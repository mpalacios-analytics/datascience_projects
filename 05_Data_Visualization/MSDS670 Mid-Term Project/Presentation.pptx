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5" r:id="rId4"/>
    <p:sldId id="259" r:id="rId5"/>
    <p:sldId id="267" r:id="rId6"/>
    <p:sldId id="266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7D8F11-3723-4982-99AE-90C45522AF84}" v="55" dt="2026-02-08T04:11:40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palacios" userId="3cb085085ed44d29" providerId="LiveId" clId="{E8F264A4-F950-446F-8A83-18451A428B83}"/>
    <pc:docChg chg="undo custSel addSld delSld modSld sldOrd">
      <pc:chgData name="tatiana palacios" userId="3cb085085ed44d29" providerId="LiveId" clId="{E8F264A4-F950-446F-8A83-18451A428B83}" dt="2026-02-08T04:11:44.412" v="4698" actId="122"/>
      <pc:docMkLst>
        <pc:docMk/>
      </pc:docMkLst>
      <pc:sldChg chg="modSp mod">
        <pc:chgData name="tatiana palacios" userId="3cb085085ed44d29" providerId="LiveId" clId="{E8F264A4-F950-446F-8A83-18451A428B83}" dt="2026-02-08T04:11:44.412" v="4698" actId="122"/>
        <pc:sldMkLst>
          <pc:docMk/>
          <pc:sldMk cId="819757944" sldId="258"/>
        </pc:sldMkLst>
        <pc:spChg chg="mod">
          <ac:chgData name="tatiana palacios" userId="3cb085085ed44d29" providerId="LiveId" clId="{E8F264A4-F950-446F-8A83-18451A428B83}" dt="2026-02-08T04:11:44.412" v="4698" actId="122"/>
          <ac:spMkLst>
            <pc:docMk/>
            <pc:sldMk cId="819757944" sldId="258"/>
            <ac:spMk id="2" creationId="{599FF97B-1B8B-55B1-3887-778ABAF240B2}"/>
          </ac:spMkLst>
        </pc:spChg>
        <pc:spChg chg="mod">
          <ac:chgData name="tatiana palacios" userId="3cb085085ed44d29" providerId="LiveId" clId="{E8F264A4-F950-446F-8A83-18451A428B83}" dt="2026-02-08T01:32:51.077" v="3365" actId="20577"/>
          <ac:spMkLst>
            <pc:docMk/>
            <pc:sldMk cId="819757944" sldId="258"/>
            <ac:spMk id="3" creationId="{73F01B2B-E232-7B32-7E98-C789A94C4965}"/>
          </ac:spMkLst>
        </pc:spChg>
      </pc:sldChg>
      <pc:sldChg chg="addSp delSp modSp add del mod ord setBg">
        <pc:chgData name="tatiana palacios" userId="3cb085085ed44d29" providerId="LiveId" clId="{E8F264A4-F950-446F-8A83-18451A428B83}" dt="2026-02-08T03:26:54.144" v="4321" actId="20577"/>
        <pc:sldMkLst>
          <pc:docMk/>
          <pc:sldMk cId="2447185759" sldId="259"/>
        </pc:sldMkLst>
        <pc:spChg chg="mod ord">
          <ac:chgData name="tatiana palacios" userId="3cb085085ed44d29" providerId="LiveId" clId="{E8F264A4-F950-446F-8A83-18451A428B83}" dt="2026-02-08T02:41:06.308" v="3678" actId="1076"/>
          <ac:spMkLst>
            <pc:docMk/>
            <pc:sldMk cId="2447185759" sldId="259"/>
            <ac:spMk id="2" creationId="{F2D869D2-F088-A611-598D-C071F2AFBEE3}"/>
          </ac:spMkLst>
        </pc:spChg>
        <pc:spChg chg="add">
          <ac:chgData name="tatiana palacios" userId="3cb085085ed44d29" providerId="LiveId" clId="{E8F264A4-F950-446F-8A83-18451A428B83}" dt="2026-02-08T03:10:32.253" v="4203"/>
          <ac:spMkLst>
            <pc:docMk/>
            <pc:sldMk cId="2447185759" sldId="259"/>
            <ac:spMk id="5" creationId="{7ABB18E3-8C7C-7AB5-C63D-2119FCA5AACE}"/>
          </ac:spMkLst>
        </pc:spChg>
        <pc:spChg chg="add del mod">
          <ac:chgData name="tatiana palacios" userId="3cb085085ed44d29" providerId="LiveId" clId="{E8F264A4-F950-446F-8A83-18451A428B83}" dt="2026-02-08T03:26:54.144" v="4321" actId="20577"/>
          <ac:spMkLst>
            <pc:docMk/>
            <pc:sldMk cId="2447185759" sldId="259"/>
            <ac:spMk id="5126" creationId="{2F079FBC-8B93-57CA-63C0-302B64A17568}"/>
          </ac:spMkLst>
        </pc:spChg>
        <pc:picChg chg="add del mod">
          <ac:chgData name="tatiana palacios" userId="3cb085085ed44d29" providerId="LiveId" clId="{E8F264A4-F950-446F-8A83-18451A428B83}" dt="2026-02-08T02:41:17.349" v="3679" actId="478"/>
          <ac:picMkLst>
            <pc:docMk/>
            <pc:sldMk cId="2447185759" sldId="259"/>
            <ac:picMk id="3" creationId="{1E56A5C2-72F2-2FC5-C355-D033DDFB1CC0}"/>
          </ac:picMkLst>
        </pc:picChg>
        <pc:picChg chg="add mod">
          <ac:chgData name="tatiana palacios" userId="3cb085085ed44d29" providerId="LiveId" clId="{E8F264A4-F950-446F-8A83-18451A428B83}" dt="2026-02-08T03:11:58.401" v="4225" actId="1076"/>
          <ac:picMkLst>
            <pc:docMk/>
            <pc:sldMk cId="2447185759" sldId="259"/>
            <ac:picMk id="4" creationId="{9EA83913-77FB-51F7-DB9E-77545ECE5C9D}"/>
          </ac:picMkLst>
        </pc:picChg>
        <pc:picChg chg="add del mod">
          <ac:chgData name="tatiana palacios" userId="3cb085085ed44d29" providerId="LiveId" clId="{E8F264A4-F950-446F-8A83-18451A428B83}" dt="2026-02-08T02:34:59.708" v="3672" actId="478"/>
          <ac:picMkLst>
            <pc:docMk/>
            <pc:sldMk cId="2447185759" sldId="259"/>
            <ac:picMk id="7" creationId="{C1803B67-B0E9-B671-67D2-DDF2D4B45DFE}"/>
          </ac:picMkLst>
        </pc:picChg>
      </pc:sldChg>
      <pc:sldChg chg="addSp delSp modSp mod ord setBg">
        <pc:chgData name="tatiana palacios" userId="3cb085085ed44d29" providerId="LiveId" clId="{E8F264A4-F950-446F-8A83-18451A428B83}" dt="2026-02-08T03:42:18.590" v="4690" actId="20577"/>
        <pc:sldMkLst>
          <pc:docMk/>
          <pc:sldMk cId="1424785346" sldId="261"/>
        </pc:sldMkLst>
        <pc:spChg chg="add del mod">
          <ac:chgData name="tatiana palacios" userId="3cb085085ed44d29" providerId="LiveId" clId="{E8F264A4-F950-446F-8A83-18451A428B83}" dt="2026-02-08T03:42:18.590" v="4690" actId="20577"/>
          <ac:spMkLst>
            <pc:docMk/>
            <pc:sldMk cId="1424785346" sldId="261"/>
            <ac:spMk id="2" creationId="{A028D322-81B1-D399-247E-148E77B53167}"/>
          </ac:spMkLst>
        </pc:spChg>
        <pc:spChg chg="add mod">
          <ac:chgData name="tatiana palacios" userId="3cb085085ed44d29" providerId="LiveId" clId="{E8F264A4-F950-446F-8A83-18451A428B83}" dt="2026-02-08T01:36:10.787" v="3374"/>
          <ac:spMkLst>
            <pc:docMk/>
            <pc:sldMk cId="1424785346" sldId="261"/>
            <ac:spMk id="4" creationId="{99972DC5-8C7D-C94E-B1E8-3994CD71759E}"/>
          </ac:spMkLst>
        </pc:spChg>
        <pc:spChg chg="add">
          <ac:chgData name="tatiana palacios" userId="3cb085085ed44d29" providerId="LiveId" clId="{E8F264A4-F950-446F-8A83-18451A428B83}" dt="2026-02-08T01:36:12.697" v="3376"/>
          <ac:spMkLst>
            <pc:docMk/>
            <pc:sldMk cId="1424785346" sldId="261"/>
            <ac:spMk id="5" creationId="{6ABBABAF-A3BA-51AB-AB6E-6DDAB253DB64}"/>
          </ac:spMkLst>
        </pc:spChg>
        <pc:spChg chg="add">
          <ac:chgData name="tatiana palacios" userId="3cb085085ed44d29" providerId="LiveId" clId="{E8F264A4-F950-446F-8A83-18451A428B83}" dt="2026-02-08T01:36:16.303" v="3377"/>
          <ac:spMkLst>
            <pc:docMk/>
            <pc:sldMk cId="1424785346" sldId="261"/>
            <ac:spMk id="6" creationId="{ADB983C7-7075-1DA1-B3D3-9CA592A16197}"/>
          </ac:spMkLst>
        </pc:spChg>
        <pc:spChg chg="add del">
          <ac:chgData name="tatiana palacios" userId="3cb085085ed44d29" providerId="LiveId" clId="{E8F264A4-F950-446F-8A83-18451A428B83}" dt="2026-02-08T02:13:19.262" v="3514" actId="22"/>
          <ac:spMkLst>
            <pc:docMk/>
            <pc:sldMk cId="1424785346" sldId="261"/>
            <ac:spMk id="8" creationId="{9022160A-45D3-7E9F-F79C-5A624C68942A}"/>
          </ac:spMkLst>
        </pc:spChg>
        <pc:spChg chg="add del mod">
          <ac:chgData name="tatiana palacios" userId="3cb085085ed44d29" providerId="LiveId" clId="{E8F264A4-F950-446F-8A83-18451A428B83}" dt="2026-02-08T01:37:49.227" v="3408" actId="1076"/>
          <ac:spMkLst>
            <pc:docMk/>
            <pc:sldMk cId="1424785346" sldId="261"/>
            <ac:spMk id="2128" creationId="{828D1AF2-C37F-5A33-8048-32EC7363C6F6}"/>
          </ac:spMkLst>
        </pc:spChg>
        <pc:picChg chg="add del mod">
          <ac:chgData name="tatiana palacios" userId="3cb085085ed44d29" providerId="LiveId" clId="{E8F264A4-F950-446F-8A83-18451A428B83}" dt="2026-02-08T01:34:54.272" v="3370" actId="478"/>
          <ac:picMkLst>
            <pc:docMk/>
            <pc:sldMk cId="1424785346" sldId="261"/>
            <ac:picMk id="3" creationId="{72FAEC68-DED3-B4C0-E6D0-44BAD2949EEB}"/>
          </ac:picMkLst>
        </pc:picChg>
      </pc:sldChg>
      <pc:sldChg chg="addSp delSp modSp add del mod setBg addAnim">
        <pc:chgData name="tatiana palacios" userId="3cb085085ed44d29" providerId="LiveId" clId="{E8F264A4-F950-446F-8A83-18451A428B83}" dt="2026-02-06T02:06:39.463" v="3151" actId="47"/>
        <pc:sldMkLst>
          <pc:docMk/>
          <pc:sldMk cId="150288542" sldId="264"/>
        </pc:sldMkLst>
        <pc:spChg chg="mod">
          <ac:chgData name="tatiana palacios" userId="3cb085085ed44d29" providerId="LiveId" clId="{E8F264A4-F950-446F-8A83-18451A428B83}" dt="2026-01-20T03:43:35.018" v="1574" actId="26606"/>
          <ac:spMkLst>
            <pc:docMk/>
            <pc:sldMk cId="150288542" sldId="264"/>
            <ac:spMk id="2" creationId="{B6DA28C9-EA75-FB4C-AB77-179102267CAD}"/>
          </ac:spMkLst>
        </pc:spChg>
        <pc:spChg chg="add">
          <ac:chgData name="tatiana palacios" userId="3cb085085ed44d29" providerId="LiveId" clId="{E8F264A4-F950-446F-8A83-18451A428B83}" dt="2026-01-20T03:43:35.018" v="1574" actId="26606"/>
          <ac:spMkLst>
            <pc:docMk/>
            <pc:sldMk cId="150288542" sldId="264"/>
            <ac:spMk id="9" creationId="{0CABCAE3-64FC-4149-819F-2C1812824154}"/>
          </ac:spMkLst>
        </pc:spChg>
        <pc:spChg chg="add">
          <ac:chgData name="tatiana palacios" userId="3cb085085ed44d29" providerId="LiveId" clId="{E8F264A4-F950-446F-8A83-18451A428B83}" dt="2026-01-20T03:43:35.018" v="1574" actId="26606"/>
          <ac:spMkLst>
            <pc:docMk/>
            <pc:sldMk cId="150288542" sldId="264"/>
            <ac:spMk id="17" creationId="{8BC298DB-2D5C-40A1-9A78-6B4A12198A9B}"/>
          </ac:spMkLst>
        </pc:spChg>
        <pc:spChg chg="add">
          <ac:chgData name="tatiana palacios" userId="3cb085085ed44d29" providerId="LiveId" clId="{E8F264A4-F950-446F-8A83-18451A428B83}" dt="2026-01-20T03:43:35.018" v="1574" actId="26606"/>
          <ac:spMkLst>
            <pc:docMk/>
            <pc:sldMk cId="150288542" sldId="264"/>
            <ac:spMk id="19" creationId="{35C2355B-7CE9-4192-9142-A41CA0A0C08B}"/>
          </ac:spMkLst>
        </pc:spChg>
        <pc:picChg chg="add">
          <ac:chgData name="tatiana palacios" userId="3cb085085ed44d29" providerId="LiveId" clId="{E8F264A4-F950-446F-8A83-18451A428B83}" dt="2026-01-20T03:43:35.018" v="1574" actId="26606"/>
          <ac:picMkLst>
            <pc:docMk/>
            <pc:sldMk cId="150288542" sldId="264"/>
            <ac:picMk id="6" creationId="{D920CB55-234D-266D-544F-783C3B36234C}"/>
          </ac:picMkLst>
        </pc:picChg>
        <pc:picChg chg="add">
          <ac:chgData name="tatiana palacios" userId="3cb085085ed44d29" providerId="LiveId" clId="{E8F264A4-F950-446F-8A83-18451A428B83}" dt="2026-01-20T03:43:35.018" v="1574" actId="26606"/>
          <ac:picMkLst>
            <pc:docMk/>
            <pc:sldMk cId="150288542" sldId="264"/>
            <ac:picMk id="11" creationId="{012FDCFE-9AD2-4D8A-8CBF-B3AA37EBF6DD}"/>
          </ac:picMkLst>
        </pc:picChg>
        <pc:picChg chg="add">
          <ac:chgData name="tatiana palacios" userId="3cb085085ed44d29" providerId="LiveId" clId="{E8F264A4-F950-446F-8A83-18451A428B83}" dt="2026-01-20T03:43:35.018" v="1574" actId="26606"/>
          <ac:picMkLst>
            <pc:docMk/>
            <pc:sldMk cId="150288542" sldId="264"/>
            <ac:picMk id="23" creationId="{45CE2E7C-6AA3-4710-825D-4CDDF788C7BC}"/>
          </ac:picMkLst>
        </pc:picChg>
        <pc:cxnChg chg="add">
          <ac:chgData name="tatiana palacios" userId="3cb085085ed44d29" providerId="LiveId" clId="{E8F264A4-F950-446F-8A83-18451A428B83}" dt="2026-01-20T03:43:35.018" v="1574" actId="26606"/>
          <ac:cxnSpMkLst>
            <pc:docMk/>
            <pc:sldMk cId="150288542" sldId="264"/>
            <ac:cxnSpMk id="13" creationId="{FBD463FC-4CA8-4FF4-85A3-AF9F4B98D210}"/>
          </ac:cxnSpMkLst>
        </pc:cxnChg>
        <pc:cxnChg chg="add">
          <ac:chgData name="tatiana palacios" userId="3cb085085ed44d29" providerId="LiveId" clId="{E8F264A4-F950-446F-8A83-18451A428B83}" dt="2026-01-20T03:43:35.018" v="1574" actId="26606"/>
          <ac:cxnSpMkLst>
            <pc:docMk/>
            <pc:sldMk cId="150288542" sldId="264"/>
            <ac:cxnSpMk id="15" creationId="{BECF35C3-8B44-4F4B-BD25-4C01823DB22A}"/>
          </ac:cxnSpMkLst>
        </pc:cxnChg>
        <pc:cxnChg chg="add">
          <ac:chgData name="tatiana palacios" userId="3cb085085ed44d29" providerId="LiveId" clId="{E8F264A4-F950-446F-8A83-18451A428B83}" dt="2026-01-20T03:43:35.018" v="1574" actId="26606"/>
          <ac:cxnSpMkLst>
            <pc:docMk/>
            <pc:sldMk cId="150288542" sldId="264"/>
            <ac:cxnSpMk id="25" creationId="{3256C6C3-0EDC-4651-AB37-9F26CFAA6C86}"/>
          </ac:cxnSpMkLst>
        </pc:cxnChg>
      </pc:sldChg>
      <pc:sldChg chg="addSp delSp modSp new mod ord setBg setClrOvrMap">
        <pc:chgData name="tatiana palacios" userId="3cb085085ed44d29" providerId="LiveId" clId="{E8F264A4-F950-446F-8A83-18451A428B83}" dt="2026-02-08T03:26:36.919" v="4318"/>
        <pc:sldMkLst>
          <pc:docMk/>
          <pc:sldMk cId="1553955602" sldId="265"/>
        </pc:sldMkLst>
        <pc:spChg chg="mod ord">
          <ac:chgData name="tatiana palacios" userId="3cb085085ed44d29" providerId="LiveId" clId="{E8F264A4-F950-446F-8A83-18451A428B83}" dt="2026-02-08T02:20:06.885" v="3668" actId="20577"/>
          <ac:spMkLst>
            <pc:docMk/>
            <pc:sldMk cId="1553955602" sldId="265"/>
            <ac:spMk id="2" creationId="{88FCD983-8E90-50A2-31C9-EB5F75DAB022}"/>
          </ac:spMkLst>
        </pc:spChg>
        <pc:spChg chg="add del mod">
          <ac:chgData name="tatiana palacios" userId="3cb085085ed44d29" providerId="LiveId" clId="{E8F264A4-F950-446F-8A83-18451A428B83}" dt="2026-02-08T02:03:31.888" v="3418"/>
          <ac:spMkLst>
            <pc:docMk/>
            <pc:sldMk cId="1553955602" sldId="265"/>
            <ac:spMk id="4" creationId="{E5B1FAA6-E1DD-7981-F0EA-AFD3E75F6FFC}"/>
          </ac:spMkLst>
        </pc:spChg>
        <pc:spChg chg="add mod">
          <ac:chgData name="tatiana palacios" userId="3cb085085ed44d29" providerId="LiveId" clId="{E8F264A4-F950-446F-8A83-18451A428B83}" dt="2026-02-08T03:26:36.919" v="4318"/>
          <ac:spMkLst>
            <pc:docMk/>
            <pc:sldMk cId="1553955602" sldId="265"/>
            <ac:spMk id="10" creationId="{CBE2ACCD-E503-EE59-C0D9-7F9369015E41}"/>
          </ac:spMkLst>
        </pc:spChg>
        <pc:spChg chg="add">
          <ac:chgData name="tatiana palacios" userId="3cb085085ed44d29" providerId="LiveId" clId="{E8F264A4-F950-446F-8A83-18451A428B83}" dt="2026-02-08T03:09:17.741" v="4194"/>
          <ac:spMkLst>
            <pc:docMk/>
            <pc:sldMk cId="1553955602" sldId="265"/>
            <ac:spMk id="11" creationId="{EB58F244-CDCE-026C-4673-4D4C2E225CD6}"/>
          </ac:spMkLst>
        </pc:spChg>
        <pc:spChg chg="add del">
          <ac:chgData name="tatiana palacios" userId="3cb085085ed44d29" providerId="LiveId" clId="{E8F264A4-F950-446F-8A83-18451A428B83}" dt="2026-02-08T02:07:24.823" v="3474" actId="26606"/>
          <ac:spMkLst>
            <pc:docMk/>
            <pc:sldMk cId="1553955602" sldId="265"/>
            <ac:spMk id="13" creationId="{84C75E2B-CACA-478C-B26B-182AF87A18E3}"/>
          </ac:spMkLst>
        </pc:spChg>
        <pc:spChg chg="add del">
          <ac:chgData name="tatiana palacios" userId="3cb085085ed44d29" providerId="LiveId" clId="{E8F264A4-F950-446F-8A83-18451A428B83}" dt="2026-02-08T02:07:14.004" v="3467" actId="26606"/>
          <ac:spMkLst>
            <pc:docMk/>
            <pc:sldMk cId="1553955602" sldId="265"/>
            <ac:spMk id="24" creationId="{C630F413-44CE-4746-9821-9E0107978E7A}"/>
          </ac:spMkLst>
        </pc:spChg>
        <pc:spChg chg="add del">
          <ac:chgData name="tatiana palacios" userId="3cb085085ed44d29" providerId="LiveId" clId="{E8F264A4-F950-446F-8A83-18451A428B83}" dt="2026-02-08T02:07:14.004" v="3467" actId="26606"/>
          <ac:spMkLst>
            <pc:docMk/>
            <pc:sldMk cId="1553955602" sldId="265"/>
            <ac:spMk id="26" creationId="{22D671B1-B099-4F9C-B9CC-9D22B4DAF8A8}"/>
          </ac:spMkLst>
        </pc:spChg>
        <pc:spChg chg="add del">
          <ac:chgData name="tatiana palacios" userId="3cb085085ed44d29" providerId="LiveId" clId="{E8F264A4-F950-446F-8A83-18451A428B83}" dt="2026-02-08T02:07:14.004" v="3467" actId="26606"/>
          <ac:spMkLst>
            <pc:docMk/>
            <pc:sldMk cId="1553955602" sldId="265"/>
            <ac:spMk id="30" creationId="{898488B7-DBD3-40E7-B54B-4DA6C5693EF3}"/>
          </ac:spMkLst>
        </pc:spChg>
        <pc:spChg chg="add del">
          <ac:chgData name="tatiana palacios" userId="3cb085085ed44d29" providerId="LiveId" clId="{E8F264A4-F950-446F-8A83-18451A428B83}" dt="2026-02-08T02:07:16.474" v="3469" actId="26606"/>
          <ac:spMkLst>
            <pc:docMk/>
            <pc:sldMk cId="1553955602" sldId="265"/>
            <ac:spMk id="33" creationId="{C6870151-9189-4C3A-8379-EF3D95827A0A}"/>
          </ac:spMkLst>
        </pc:spChg>
        <pc:spChg chg="add del">
          <ac:chgData name="tatiana palacios" userId="3cb085085ed44d29" providerId="LiveId" clId="{E8F264A4-F950-446F-8A83-18451A428B83}" dt="2026-02-08T02:07:16.474" v="3469" actId="26606"/>
          <ac:spMkLst>
            <pc:docMk/>
            <pc:sldMk cId="1553955602" sldId="265"/>
            <ac:spMk id="34" creationId="{3FBF03E8-C602-4192-9C52-F84B29FDCC88}"/>
          </ac:spMkLst>
        </pc:spChg>
        <pc:spChg chg="add del">
          <ac:chgData name="tatiana palacios" userId="3cb085085ed44d29" providerId="LiveId" clId="{E8F264A4-F950-446F-8A83-18451A428B83}" dt="2026-02-08T02:07:16.474" v="3469" actId="26606"/>
          <ac:spMkLst>
            <pc:docMk/>
            <pc:sldMk cId="1553955602" sldId="265"/>
            <ac:spMk id="35" creationId="{123EA69C-102A-4DD0-9547-05DCD271D159}"/>
          </ac:spMkLst>
        </pc:spChg>
        <pc:spChg chg="add del">
          <ac:chgData name="tatiana palacios" userId="3cb085085ed44d29" providerId="LiveId" clId="{E8F264A4-F950-446F-8A83-18451A428B83}" dt="2026-02-08T02:07:16.474" v="3469" actId="26606"/>
          <ac:spMkLst>
            <pc:docMk/>
            <pc:sldMk cId="1553955602" sldId="265"/>
            <ac:spMk id="36" creationId="{6A862265-5CA3-4C40-8582-7534C3B03C2A}"/>
          </ac:spMkLst>
        </pc:spChg>
        <pc:spChg chg="add del">
          <ac:chgData name="tatiana palacios" userId="3cb085085ed44d29" providerId="LiveId" clId="{E8F264A4-F950-446F-8A83-18451A428B83}" dt="2026-02-08T02:07:16.474" v="3469" actId="26606"/>
          <ac:spMkLst>
            <pc:docMk/>
            <pc:sldMk cId="1553955602" sldId="265"/>
            <ac:spMk id="37" creationId="{600EF80B-0391-4082-9AF5-F15B091B4CE9}"/>
          </ac:spMkLst>
        </pc:spChg>
        <pc:spChg chg="add del">
          <ac:chgData name="tatiana palacios" userId="3cb085085ed44d29" providerId="LiveId" clId="{E8F264A4-F950-446F-8A83-18451A428B83}" dt="2026-02-08T02:07:18.455" v="3471" actId="26606"/>
          <ac:spMkLst>
            <pc:docMk/>
            <pc:sldMk cId="1553955602" sldId="265"/>
            <ac:spMk id="39" creationId="{C7157C7B-5BD6-404A-9073-673C1198EFA5}"/>
          </ac:spMkLst>
        </pc:spChg>
        <pc:spChg chg="add del">
          <ac:chgData name="tatiana palacios" userId="3cb085085ed44d29" providerId="LiveId" clId="{E8F264A4-F950-446F-8A83-18451A428B83}" dt="2026-02-08T02:07:18.455" v="3471" actId="26606"/>
          <ac:spMkLst>
            <pc:docMk/>
            <pc:sldMk cId="1553955602" sldId="265"/>
            <ac:spMk id="40" creationId="{244BC347-8964-476D-89D3-92BAE6D56FB9}"/>
          </ac:spMkLst>
        </pc:spChg>
        <pc:spChg chg="add del mod ord">
          <ac:chgData name="tatiana palacios" userId="3cb085085ed44d29" providerId="LiveId" clId="{E8F264A4-F950-446F-8A83-18451A428B83}" dt="2026-02-08T01:58:43.044" v="3411" actId="478"/>
          <ac:spMkLst>
            <pc:docMk/>
            <pc:sldMk cId="1553955602" sldId="265"/>
            <ac:spMk id="6150" creationId="{A016FC4B-B73C-BBBD-A9D5-2F529579B86D}"/>
          </ac:spMkLst>
        </pc:spChg>
        <pc:graphicFrameChg chg="add mod">
          <ac:chgData name="tatiana palacios" userId="3cb085085ed44d29" providerId="LiveId" clId="{E8F264A4-F950-446F-8A83-18451A428B83}" dt="2026-02-08T01:58:47.929" v="3415"/>
          <ac:graphicFrameMkLst>
            <pc:docMk/>
            <pc:sldMk cId="1553955602" sldId="265"/>
            <ac:graphicFrameMk id="5" creationId="{F5616FBD-1194-FD8E-D758-5F8C4AB57DCE}"/>
          </ac:graphicFrameMkLst>
        </pc:graphicFrameChg>
        <pc:picChg chg="add del mod">
          <ac:chgData name="tatiana palacios" userId="3cb085085ed44d29" providerId="LiveId" clId="{E8F264A4-F950-446F-8A83-18451A428B83}" dt="2026-02-08T01:58:45.599" v="3412" actId="478"/>
          <ac:picMkLst>
            <pc:docMk/>
            <pc:sldMk cId="1553955602" sldId="265"/>
            <ac:picMk id="6" creationId="{284E40C2-F6E3-8865-8879-61C8659FC09C}"/>
          </ac:picMkLst>
        </pc:picChg>
        <pc:picChg chg="add del">
          <ac:chgData name="tatiana palacios" userId="3cb085085ed44d29" providerId="LiveId" clId="{E8F264A4-F950-446F-8A83-18451A428B83}" dt="2026-02-08T01:59:00.665" v="3417" actId="478"/>
          <ac:picMkLst>
            <pc:docMk/>
            <pc:sldMk cId="1553955602" sldId="265"/>
            <ac:picMk id="7" creationId="{582C035D-5059-9AD6-37F8-25012345EB04}"/>
          </ac:picMkLst>
        </pc:picChg>
        <pc:picChg chg="add mod ord">
          <ac:chgData name="tatiana palacios" userId="3cb085085ed44d29" providerId="LiveId" clId="{E8F264A4-F950-446F-8A83-18451A428B83}" dt="2026-02-08T03:11:20.668" v="4212" actId="1076"/>
          <ac:picMkLst>
            <pc:docMk/>
            <pc:sldMk cId="1553955602" sldId="265"/>
            <ac:picMk id="8" creationId="{EBE0CFCC-A70C-F3A5-1CD3-AB61C3490CA1}"/>
          </ac:picMkLst>
        </pc:picChg>
        <pc:picChg chg="add del">
          <ac:chgData name="tatiana palacios" userId="3cb085085ed44d29" providerId="LiveId" clId="{E8F264A4-F950-446F-8A83-18451A428B83}" dt="2026-02-08T02:07:24.823" v="3474" actId="26606"/>
          <ac:picMkLst>
            <pc:docMk/>
            <pc:sldMk cId="1553955602" sldId="265"/>
            <ac:picMk id="15" creationId="{50FF2874-547C-4D14-9E18-28B19002FB8C}"/>
          </ac:picMkLst>
        </pc:picChg>
        <pc:picChg chg="add del">
          <ac:chgData name="tatiana palacios" userId="3cb085085ed44d29" providerId="LiveId" clId="{E8F264A4-F950-446F-8A83-18451A428B83}" dt="2026-02-08T02:07:18.455" v="3471" actId="26606"/>
          <ac:picMkLst>
            <pc:docMk/>
            <pc:sldMk cId="1553955602" sldId="265"/>
            <ac:picMk id="42" creationId="{5970D13F-8358-42A9-9237-91B5B4DDA4B4}"/>
          </ac:picMkLst>
        </pc:picChg>
        <pc:cxnChg chg="add del">
          <ac:chgData name="tatiana palacios" userId="3cb085085ed44d29" providerId="LiveId" clId="{E8F264A4-F950-446F-8A83-18451A428B83}" dt="2026-02-08T02:07:24.823" v="3474" actId="26606"/>
          <ac:cxnSpMkLst>
            <pc:docMk/>
            <pc:sldMk cId="1553955602" sldId="265"/>
            <ac:cxnSpMk id="17" creationId="{36CF827D-A163-47F7-BD87-34EB4FA7D696}"/>
          </ac:cxnSpMkLst>
        </pc:cxnChg>
        <pc:cxnChg chg="add del">
          <ac:chgData name="tatiana palacios" userId="3cb085085ed44d29" providerId="LiveId" clId="{E8F264A4-F950-446F-8A83-18451A428B83}" dt="2026-02-08T02:07:24.823" v="3474" actId="26606"/>
          <ac:cxnSpMkLst>
            <pc:docMk/>
            <pc:sldMk cId="1553955602" sldId="265"/>
            <ac:cxnSpMk id="19" creationId="{D299D9A9-1DA8-433D-A9BC-FB48D93D4217}"/>
          </ac:cxnSpMkLst>
        </pc:cxnChg>
        <pc:cxnChg chg="add del">
          <ac:chgData name="tatiana palacios" userId="3cb085085ed44d29" providerId="LiveId" clId="{E8F264A4-F950-446F-8A83-18451A428B83}" dt="2026-02-08T02:07:14.004" v="3467" actId="26606"/>
          <ac:cxnSpMkLst>
            <pc:docMk/>
            <pc:sldMk cId="1553955602" sldId="265"/>
            <ac:cxnSpMk id="28" creationId="{7552FBEF-FA69-427B-8245-0A518E0513D5}"/>
          </ac:cxnSpMkLst>
        </pc:cxnChg>
        <pc:cxnChg chg="add del">
          <ac:chgData name="tatiana palacios" userId="3cb085085ed44d29" providerId="LiveId" clId="{E8F264A4-F950-446F-8A83-18451A428B83}" dt="2026-02-08T02:07:18.455" v="3471" actId="26606"/>
          <ac:cxnSpMkLst>
            <pc:docMk/>
            <pc:sldMk cId="1553955602" sldId="265"/>
            <ac:cxnSpMk id="43" creationId="{06BFB317-A03A-48CB-B03E-4504961FA02B}"/>
          </ac:cxnSpMkLst>
        </pc:cxnChg>
      </pc:sldChg>
      <pc:sldChg chg="addSp delSp modSp new mod">
        <pc:chgData name="tatiana palacios" userId="3cb085085ed44d29" providerId="LiveId" clId="{E8F264A4-F950-446F-8A83-18451A428B83}" dt="2026-02-08T04:10:51.525" v="4696" actId="255"/>
        <pc:sldMkLst>
          <pc:docMk/>
          <pc:sldMk cId="806043309" sldId="266"/>
        </pc:sldMkLst>
        <pc:spChg chg="mod">
          <ac:chgData name="tatiana palacios" userId="3cb085085ed44d29" providerId="LiveId" clId="{E8F264A4-F950-446F-8A83-18451A428B83}" dt="2026-02-08T03:24:38.171" v="4308" actId="1076"/>
          <ac:spMkLst>
            <pc:docMk/>
            <pc:sldMk cId="806043309" sldId="266"/>
            <ac:spMk id="2" creationId="{C20B905E-A3F2-BEC8-654A-58C1EF2877A6}"/>
          </ac:spMkLst>
        </pc:spChg>
        <pc:spChg chg="add del mod">
          <ac:chgData name="tatiana palacios" userId="3cb085085ed44d29" providerId="LiveId" clId="{E8F264A4-F950-446F-8A83-18451A428B83}" dt="2026-02-08T04:10:51.525" v="4696" actId="255"/>
          <ac:spMkLst>
            <pc:docMk/>
            <pc:sldMk cId="806043309" sldId="266"/>
            <ac:spMk id="3" creationId="{762E517C-712E-2505-5CEE-3302D280730A}"/>
          </ac:spMkLst>
        </pc:spChg>
        <pc:spChg chg="add mod">
          <ac:chgData name="tatiana palacios" userId="3cb085085ed44d29" providerId="LiveId" clId="{E8F264A4-F950-446F-8A83-18451A428B83}" dt="2026-02-08T03:14:41.292" v="4257"/>
          <ac:spMkLst>
            <pc:docMk/>
            <pc:sldMk cId="806043309" sldId="266"/>
            <ac:spMk id="4" creationId="{8CAA7B60-6AC0-4EE4-60EA-482A1BE3159C}"/>
          </ac:spMkLst>
        </pc:spChg>
        <pc:spChg chg="add">
          <ac:chgData name="tatiana palacios" userId="3cb085085ed44d29" providerId="LiveId" clId="{E8F264A4-F950-446F-8A83-18451A428B83}" dt="2026-02-08T03:15:33.295" v="4263"/>
          <ac:spMkLst>
            <pc:docMk/>
            <pc:sldMk cId="806043309" sldId="266"/>
            <ac:spMk id="5" creationId="{9E587A9A-C2C9-508B-0195-3660550D3715}"/>
          </ac:spMkLst>
        </pc:spChg>
      </pc:sldChg>
      <pc:sldChg chg="addSp delSp modSp new mod setBg">
        <pc:chgData name="tatiana palacios" userId="3cb085085ed44d29" providerId="LiveId" clId="{E8F264A4-F950-446F-8A83-18451A428B83}" dt="2026-02-08T04:03:32.604" v="4693" actId="14100"/>
        <pc:sldMkLst>
          <pc:docMk/>
          <pc:sldMk cId="3407341242" sldId="267"/>
        </pc:sldMkLst>
        <pc:spChg chg="mod">
          <ac:chgData name="tatiana palacios" userId="3cb085085ed44d29" providerId="LiveId" clId="{E8F264A4-F950-446F-8A83-18451A428B83}" dt="2026-02-08T03:01:25.663" v="4110" actId="26606"/>
          <ac:spMkLst>
            <pc:docMk/>
            <pc:sldMk cId="3407341242" sldId="267"/>
            <ac:spMk id="2" creationId="{34E32F5A-1E09-F038-3931-A1C3B88EE55E}"/>
          </ac:spMkLst>
        </pc:spChg>
        <pc:spChg chg="add del mod">
          <ac:chgData name="tatiana palacios" userId="3cb085085ed44d29" providerId="LiveId" clId="{E8F264A4-F950-446F-8A83-18451A428B83}" dt="2026-02-08T03:33:55.827" v="4565" actId="20577"/>
          <ac:spMkLst>
            <pc:docMk/>
            <pc:sldMk cId="3407341242" sldId="267"/>
            <ac:spMk id="3" creationId="{387BB70D-6D5F-DBA8-0740-D7C439BF4BB9}"/>
          </ac:spMkLst>
        </pc:spChg>
        <pc:spChg chg="add">
          <ac:chgData name="tatiana palacios" userId="3cb085085ed44d29" providerId="LiveId" clId="{E8F264A4-F950-446F-8A83-18451A428B83}" dt="2026-02-08T03:12:29.959" v="4227"/>
          <ac:spMkLst>
            <pc:docMk/>
            <pc:sldMk cId="3407341242" sldId="267"/>
            <ac:spMk id="7" creationId="{D6C152AA-5751-2C11-BCBD-BCC5EE5DF1D6}"/>
          </ac:spMkLst>
        </pc:spChg>
        <pc:spChg chg="add del">
          <ac:chgData name="tatiana palacios" userId="3cb085085ed44d29" providerId="LiveId" clId="{E8F264A4-F950-446F-8A83-18451A428B83}" dt="2026-02-08T03:01:25.663" v="4110" actId="26606"/>
          <ac:spMkLst>
            <pc:docMk/>
            <pc:sldMk cId="3407341242" sldId="267"/>
            <ac:spMk id="9" creationId="{84C75E2B-CACA-478C-B26B-182AF87A18E3}"/>
          </ac:spMkLst>
        </pc:spChg>
        <pc:picChg chg="add del mod">
          <ac:chgData name="tatiana palacios" userId="3cb085085ed44d29" providerId="LiveId" clId="{E8F264A4-F950-446F-8A83-18451A428B83}" dt="2026-02-08T03:05:12.696" v="4187" actId="478"/>
          <ac:picMkLst>
            <pc:docMk/>
            <pc:sldMk cId="3407341242" sldId="267"/>
            <ac:picMk id="4" creationId="{82E4BB57-8526-0193-C233-2F2C63F822BD}"/>
          </ac:picMkLst>
        </pc:picChg>
        <pc:picChg chg="add del mod ord">
          <ac:chgData name="tatiana palacios" userId="3cb085085ed44d29" providerId="LiveId" clId="{E8F264A4-F950-446F-8A83-18451A428B83}" dt="2026-02-08T03:01:49.065" v="4117" actId="34307"/>
          <ac:picMkLst>
            <pc:docMk/>
            <pc:sldMk cId="3407341242" sldId="267"/>
            <ac:picMk id="5" creationId="{05D1F1FF-7C2E-B499-A909-62E2C1721557}"/>
          </ac:picMkLst>
        </pc:picChg>
        <pc:picChg chg="add mod">
          <ac:chgData name="tatiana palacios" userId="3cb085085ed44d29" providerId="LiveId" clId="{E8F264A4-F950-446F-8A83-18451A428B83}" dt="2026-02-08T04:03:32.604" v="4693" actId="14100"/>
          <ac:picMkLst>
            <pc:docMk/>
            <pc:sldMk cId="3407341242" sldId="267"/>
            <ac:picMk id="6" creationId="{C9B36C59-2B11-C5A0-7D54-A254032BEDEE}"/>
          </ac:picMkLst>
        </pc:picChg>
        <pc:picChg chg="add del">
          <ac:chgData name="tatiana palacios" userId="3cb085085ed44d29" providerId="LiveId" clId="{E8F264A4-F950-446F-8A83-18451A428B83}" dt="2026-02-08T03:01:25.663" v="4110" actId="26606"/>
          <ac:picMkLst>
            <pc:docMk/>
            <pc:sldMk cId="3407341242" sldId="267"/>
            <ac:picMk id="11" creationId="{50FF2874-547C-4D14-9E18-28B19002FB8C}"/>
          </ac:picMkLst>
        </pc:picChg>
        <pc:cxnChg chg="add del">
          <ac:chgData name="tatiana palacios" userId="3cb085085ed44d29" providerId="LiveId" clId="{E8F264A4-F950-446F-8A83-18451A428B83}" dt="2026-02-08T03:01:25.663" v="4110" actId="26606"/>
          <ac:cxnSpMkLst>
            <pc:docMk/>
            <pc:sldMk cId="3407341242" sldId="267"/>
            <ac:cxnSpMk id="13" creationId="{36CF827D-A163-47F7-BD87-34EB4FA7D696}"/>
          </ac:cxnSpMkLst>
        </pc:cxnChg>
        <pc:cxnChg chg="add del">
          <ac:chgData name="tatiana palacios" userId="3cb085085ed44d29" providerId="LiveId" clId="{E8F264A4-F950-446F-8A83-18451A428B83}" dt="2026-02-08T03:01:25.663" v="4110" actId="26606"/>
          <ac:cxnSpMkLst>
            <pc:docMk/>
            <pc:sldMk cId="3407341242" sldId="267"/>
            <ac:cxnSpMk id="15" creationId="{D299D9A9-1DA8-433D-A9BC-FB48D93D4217}"/>
          </ac:cxnSpMkLst>
        </pc:cxnChg>
      </pc:sldChg>
      <pc:sldChg chg="modSp new del mod">
        <pc:chgData name="tatiana palacios" userId="3cb085085ed44d29" providerId="LiveId" clId="{E8F264A4-F950-446F-8A83-18451A428B83}" dt="2026-02-08T03:41:32.180" v="4669" actId="47"/>
        <pc:sldMkLst>
          <pc:docMk/>
          <pc:sldMk cId="4024771180" sldId="268"/>
        </pc:sldMkLst>
        <pc:spChg chg="mod">
          <ac:chgData name="tatiana palacios" userId="3cb085085ed44d29" providerId="LiveId" clId="{E8F264A4-F950-446F-8A83-18451A428B83}" dt="2026-02-08T03:40:39.860" v="4662" actId="122"/>
          <ac:spMkLst>
            <pc:docMk/>
            <pc:sldMk cId="4024771180" sldId="268"/>
            <ac:spMk id="2" creationId="{FF9437BB-333D-E59D-6073-25D0A8135C66}"/>
          </ac:spMkLst>
        </pc:spChg>
        <pc:spChg chg="mod">
          <ac:chgData name="tatiana palacios" userId="3cb085085ed44d29" providerId="LiveId" clId="{E8F264A4-F950-446F-8A83-18451A428B83}" dt="2026-02-08T03:41:04.050" v="4668" actId="1076"/>
          <ac:spMkLst>
            <pc:docMk/>
            <pc:sldMk cId="4024771180" sldId="268"/>
            <ac:spMk id="3" creationId="{466783EC-27DC-8F5B-A693-AB948418FF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54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34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83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11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0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2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6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03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41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18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82808-79E8-4F4B-AB0D-9006A0330DC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81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F97B-1B8B-55B1-3887-778ABAF2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343908"/>
            <a:ext cx="9603275" cy="1049235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Unemployment Trends by Age and Gender (2005–2015)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1B2B-E232-7B32-7E98-C789A94C4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4244"/>
            <a:ext cx="9603275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MSDS 670 – Data Visualization</a:t>
            </a:r>
            <a:br>
              <a:rPr lang="en-US" sz="2800" dirty="0"/>
            </a:br>
            <a:r>
              <a:rPr lang="en-US" sz="2800" dirty="0" err="1"/>
              <a:t>Maryi</a:t>
            </a:r>
            <a:r>
              <a:rPr lang="en-US" sz="2800" dirty="0"/>
              <a:t> Tatiana Palacios Giraldo</a:t>
            </a:r>
            <a:br>
              <a:rPr lang="en-US" sz="2800" dirty="0"/>
            </a:br>
            <a:r>
              <a:rPr lang="en-US" sz="2800" dirty="0"/>
              <a:t>Week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75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D322-81B1-D399-247E-148E77B5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0" y="1104523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OBJECTIVE</a:t>
            </a:r>
          </a:p>
        </p:txBody>
      </p:sp>
      <p:sp>
        <p:nvSpPr>
          <p:cNvPr id="2128" name="Content Placeholder 2053">
            <a:extLst>
              <a:ext uri="{FF2B5EF4-FFF2-40B4-BE49-F238E27FC236}">
                <a16:creationId xmlns:a16="http://schemas.microsoft.com/office/drawing/2014/main" id="{828D1AF2-C37F-5A33-8048-32EC7363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416" y="2533320"/>
            <a:ext cx="8609161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goal of this analysis is to understand how unemployment evolves across different age groups and genders over time, and to identify which populations are most affected and when.</a:t>
            </a:r>
          </a:p>
        </p:txBody>
      </p:sp>
    </p:spTree>
    <p:extLst>
      <p:ext uri="{BB962C8B-B14F-4D97-AF65-F5344CB8AC3E}">
        <p14:creationId xmlns:p14="http://schemas.microsoft.com/office/powerpoint/2010/main" val="142478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E0CFCC-A70C-F3A5-1CD3-AB61C3490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9207" y="2168928"/>
            <a:ext cx="7965072" cy="34889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FCD983-8E90-50A2-31C9-EB5F75DA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389" y="1119693"/>
            <a:ext cx="10283221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Unemployment Trends over time by age group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2ACCD-E503-EE59-C0D9-7F9369015E41}"/>
              </a:ext>
            </a:extLst>
          </p:cNvPr>
          <p:cNvSpPr txBox="1"/>
          <p:nvPr/>
        </p:nvSpPr>
        <p:spPr>
          <a:xfrm>
            <a:off x="222062" y="2168928"/>
            <a:ext cx="3409950" cy="18872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All age groups follow the same economic cycle.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Ages 25–54 show the largest fluctuations over time.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Younger and older groups change less, showing greater stability.</a:t>
            </a:r>
          </a:p>
        </p:txBody>
      </p:sp>
    </p:spTree>
    <p:extLst>
      <p:ext uri="{BB962C8B-B14F-4D97-AF65-F5344CB8AC3E}">
        <p14:creationId xmlns:p14="http://schemas.microsoft.com/office/powerpoint/2010/main" val="155395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69D2-F088-A611-598D-C071F2AF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49" y="652008"/>
            <a:ext cx="10897638" cy="104923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Average Unemployment by Age </a:t>
            </a:r>
            <a:br>
              <a:rPr lang="en-US" dirty="0"/>
            </a:br>
            <a:r>
              <a:rPr lang="en-US" dirty="0"/>
              <a:t>Group and Gender</a:t>
            </a:r>
          </a:p>
        </p:txBody>
      </p:sp>
      <p:sp>
        <p:nvSpPr>
          <p:cNvPr id="5126" name="Content Placeholder 5125">
            <a:extLst>
              <a:ext uri="{FF2B5EF4-FFF2-40B4-BE49-F238E27FC236}">
                <a16:creationId xmlns:a16="http://schemas.microsoft.com/office/drawing/2014/main" id="{2F079FBC-8B93-57CA-63C0-302B64A17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998" y="2279917"/>
            <a:ext cx="3970468" cy="3450613"/>
          </a:xfrm>
        </p:spPr>
        <p:txBody>
          <a:bodyPr>
            <a:normAutofit/>
          </a:bodyPr>
          <a:lstStyle/>
          <a:p>
            <a:r>
              <a:rPr lang="en-US" sz="1800" dirty="0"/>
              <a:t>Men have higher unemployment than women in most age groups.</a:t>
            </a:r>
          </a:p>
          <a:p>
            <a:r>
              <a:rPr lang="en-US" sz="1800" dirty="0"/>
              <a:t>The 25–34 age group has the highest unemployment among men, despite being a highly productive age.</a:t>
            </a:r>
          </a:p>
          <a:p>
            <a:r>
              <a:rPr lang="en-US" sz="1800" dirty="0"/>
              <a:t>The lowest unemployment appears among women 16–19 and men 65 and over.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83913-77FB-51F7-DB9E-77545ECE5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405" y="2015734"/>
            <a:ext cx="6619896" cy="397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85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2F5A-1E09-F038-3931-A1C3B88E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Unemployment Intensity </a:t>
            </a:r>
            <a:br>
              <a:rPr lang="en-US" dirty="0"/>
            </a:br>
            <a:r>
              <a:rPr lang="en-US" dirty="0"/>
              <a:t>by Age Group and Period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BB70D-6D5F-DBA8-0740-D7C439BF4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08596"/>
            <a:ext cx="9098080" cy="1891174"/>
          </a:xfrm>
        </p:spPr>
        <p:txBody>
          <a:bodyPr>
            <a:normAutofit/>
          </a:bodyPr>
          <a:lstStyle/>
          <a:p>
            <a:r>
              <a:rPr lang="en-US" sz="1600" dirty="0"/>
              <a:t>Overall, unemployment remained relatively stable from 2005 to 2008.</a:t>
            </a:r>
          </a:p>
          <a:p>
            <a:r>
              <a:rPr lang="en-US" sz="1600" dirty="0"/>
              <a:t>The largest increases occurred between 2009 and 2013, with a peak in 2010.</a:t>
            </a:r>
          </a:p>
          <a:p>
            <a:r>
              <a:rPr lang="en-US" sz="1600" dirty="0"/>
              <a:t>Data for 2015 only includes January and February, but the trend appears to stabilize again.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B36C59-2B11-C5A0-7D54-A254032B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73" y="3636502"/>
            <a:ext cx="10304908" cy="201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4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905E-A3F2-BEC8-654A-58C1EF28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35750"/>
            <a:ext cx="9603275" cy="1049235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E517C-712E-2505-5CEE-3302D2807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84985"/>
            <a:ext cx="9603274" cy="2488029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/>
              <a:t>Ages 25–54 are the most exposed to economic changes, showing both the highest unemployment levels and the strongest fluctuations over time.</a:t>
            </a:r>
          </a:p>
          <a:p>
            <a:pPr lvl="0"/>
            <a:r>
              <a:rPr lang="en-US" sz="1900" dirty="0"/>
              <a:t>The highest unemployment among men occurs at ages 25–34, a stage often considered highly productive, particularly for men, which highlights unexpected economic vulnerability in this age group.</a:t>
            </a:r>
          </a:p>
          <a:p>
            <a:r>
              <a:rPr lang="en-US" sz="1900" dirty="0"/>
              <a:t>Gender gaps in unemployment are consistent across most age groups, with men generally experiencing higher unemployment than women, except in the 65 and over category.</a:t>
            </a:r>
          </a:p>
        </p:txBody>
      </p:sp>
    </p:spTree>
    <p:extLst>
      <p:ext uri="{BB962C8B-B14F-4D97-AF65-F5344CB8AC3E}">
        <p14:creationId xmlns:p14="http://schemas.microsoft.com/office/powerpoint/2010/main" val="806043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A28C9-EA75-FB4C-AB77-17910226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  <a:scene3d>
            <a:camera prst="perspectiveBelow"/>
            <a:lightRig rig="threePt" dir="t"/>
          </a:scene3d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Thank you 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920CB55-234D-266D-544F-783C3B362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525</TotalTime>
  <Words>278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  Unemployment Trends by Age and Gender (2005–2015)</vt:lpstr>
      <vt:lpstr>OBJECTIVE</vt:lpstr>
      <vt:lpstr>Unemployment Trends over time by age group</vt:lpstr>
      <vt:lpstr>Average Unemployment by Age  Group and Gender</vt:lpstr>
      <vt:lpstr>Unemployment Intensity  by Age Group and Period</vt:lpstr>
      <vt:lpstr>Conclusions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palacios</dc:creator>
  <cp:lastModifiedBy>tatiana palacios</cp:lastModifiedBy>
  <cp:revision>1</cp:revision>
  <dcterms:created xsi:type="dcterms:W3CDTF">2026-01-20T02:49:40Z</dcterms:created>
  <dcterms:modified xsi:type="dcterms:W3CDTF">2026-02-08T04:11:47Z</dcterms:modified>
</cp:coreProperties>
</file>