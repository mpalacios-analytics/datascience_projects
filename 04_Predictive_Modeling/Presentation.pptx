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70" r:id="rId10"/>
    <p:sldId id="262" r:id="rId11"/>
    <p:sldId id="263" r:id="rId12"/>
    <p:sldId id="264" r:id="rId13"/>
    <p:sldId id="271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EA1DA2-FC28-4796-A230-892D71344032}" v="55" dt="2026-06-23T04:25:35.9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tiana palacios" userId="3cb085085ed44d29" providerId="LiveId" clId="{E8F264A4-F950-446F-8A83-18451A428B83}"/>
    <pc:docChg chg="undo custSel addSld delSld modSld">
      <pc:chgData name="tatiana palacios" userId="3cb085085ed44d29" providerId="LiveId" clId="{E8F264A4-F950-446F-8A83-18451A428B83}" dt="2026-06-23T04:26:26.728" v="775" actId="47"/>
      <pc:docMkLst>
        <pc:docMk/>
      </pc:docMkLst>
      <pc:sldChg chg="addSp delSp modSp mod setBg">
        <pc:chgData name="tatiana palacios" userId="3cb085085ed44d29" providerId="LiveId" clId="{E8F264A4-F950-446F-8A83-18451A428B83}" dt="2026-06-22T23:39:35.057" v="121" actId="1076"/>
        <pc:sldMkLst>
          <pc:docMk/>
          <pc:sldMk cId="122335243" sldId="256"/>
        </pc:sldMkLst>
        <pc:spChg chg="mod">
          <ac:chgData name="tatiana palacios" userId="3cb085085ed44d29" providerId="LiveId" clId="{E8F264A4-F950-446F-8A83-18451A428B83}" dt="2026-06-22T23:39:35.057" v="121" actId="1076"/>
          <ac:spMkLst>
            <pc:docMk/>
            <pc:sldMk cId="122335243" sldId="256"/>
            <ac:spMk id="2" creationId="{8221858E-9A62-A1A5-52ED-30E96126F1D9}"/>
          </ac:spMkLst>
        </pc:spChg>
        <pc:spChg chg="mod">
          <ac:chgData name="tatiana palacios" userId="3cb085085ed44d29" providerId="LiveId" clId="{E8F264A4-F950-446F-8A83-18451A428B83}" dt="2026-06-22T23:36:23.602" v="88" actId="1076"/>
          <ac:spMkLst>
            <pc:docMk/>
            <pc:sldMk cId="122335243" sldId="256"/>
            <ac:spMk id="3" creationId="{A79C3176-38BF-7FD2-2023-5260A8178745}"/>
          </ac:spMkLst>
        </pc:spChg>
        <pc:spChg chg="add del">
          <ac:chgData name="tatiana palacios" userId="3cb085085ed44d29" providerId="LiveId" clId="{E8F264A4-F950-446F-8A83-18451A428B83}" dt="2026-06-22T23:06:28.393" v="2" actId="22"/>
          <ac:spMkLst>
            <pc:docMk/>
            <pc:sldMk cId="122335243" sldId="256"/>
            <ac:spMk id="6" creationId="{8607306C-DED3-2EFC-5B09-57F3F554F5C2}"/>
          </ac:spMkLst>
        </pc:spChg>
        <pc:spChg chg="add del">
          <ac:chgData name="tatiana palacios" userId="3cb085085ed44d29" providerId="LiveId" clId="{E8F264A4-F950-446F-8A83-18451A428B83}" dt="2026-06-22T23:06:32.315" v="5" actId="22"/>
          <ac:spMkLst>
            <pc:docMk/>
            <pc:sldMk cId="122335243" sldId="256"/>
            <ac:spMk id="8" creationId="{E12F1288-5A2C-5144-CCC5-BDB55FC43482}"/>
          </ac:spMkLst>
        </pc:spChg>
        <pc:spChg chg="add del">
          <ac:chgData name="tatiana palacios" userId="3cb085085ed44d29" providerId="LiveId" clId="{E8F264A4-F950-446F-8A83-18451A428B83}" dt="2026-06-22T23:32:50.952" v="51" actId="26606"/>
          <ac:spMkLst>
            <pc:docMk/>
            <pc:sldMk cId="122335243" sldId="256"/>
            <ac:spMk id="9" creationId="{A3363022-C969-41E9-8EB2-E4C94908C1FA}"/>
          </ac:spMkLst>
        </pc:spChg>
        <pc:spChg chg="add del">
          <ac:chgData name="tatiana palacios" userId="3cb085085ed44d29" providerId="LiveId" clId="{E8F264A4-F950-446F-8A83-18451A428B83}" dt="2026-06-22T23:06:34.792" v="8" actId="22"/>
          <ac:spMkLst>
            <pc:docMk/>
            <pc:sldMk cId="122335243" sldId="256"/>
            <ac:spMk id="10" creationId="{EBFD8786-9B41-A792-82B6-33795F0736B7}"/>
          </ac:spMkLst>
        </pc:spChg>
        <pc:spChg chg="add del">
          <ac:chgData name="tatiana palacios" userId="3cb085085ed44d29" providerId="LiveId" clId="{E8F264A4-F950-446F-8A83-18451A428B83}" dt="2026-06-22T23:32:50.952" v="51" actId="26606"/>
          <ac:spMkLst>
            <pc:docMk/>
            <pc:sldMk cId="122335243" sldId="256"/>
            <ac:spMk id="11" creationId="{8D1AD6B3-BE88-4CEB-BA17-790657CC4729}"/>
          </ac:spMkLst>
        </pc:spChg>
        <pc:spChg chg="add del">
          <ac:chgData name="tatiana palacios" userId="3cb085085ed44d29" providerId="LiveId" clId="{E8F264A4-F950-446F-8A83-18451A428B83}" dt="2026-06-22T23:32:52.838" v="54" actId="26606"/>
          <ac:spMkLst>
            <pc:docMk/>
            <pc:sldMk cId="122335243" sldId="256"/>
            <ac:spMk id="18" creationId="{23D09407-53BC-485E-B4CE-BC5E4FC4B25B}"/>
          </ac:spMkLst>
        </pc:spChg>
        <pc:spChg chg="add del">
          <ac:chgData name="tatiana palacios" userId="3cb085085ed44d29" providerId="LiveId" clId="{E8F264A4-F950-446F-8A83-18451A428B83}" dt="2026-06-22T23:32:52.838" v="54" actId="26606"/>
          <ac:spMkLst>
            <pc:docMk/>
            <pc:sldMk cId="122335243" sldId="256"/>
            <ac:spMk id="24" creationId="{921DB988-49FC-4608-B0A2-E2F3A4019041}"/>
          </ac:spMkLst>
        </pc:spChg>
        <pc:spChg chg="add del mod">
          <ac:chgData name="tatiana palacios" userId="3cb085085ed44d29" providerId="LiveId" clId="{E8F264A4-F950-446F-8A83-18451A428B83}" dt="2026-06-22T23:39:22.843" v="114" actId="22"/>
          <ac:spMkLst>
            <pc:docMk/>
            <pc:sldMk cId="122335243" sldId="256"/>
            <ac:spMk id="29" creationId="{020D082F-C63B-C98C-2469-2E4BCF098DB8}"/>
          </ac:spMkLst>
        </pc:spChg>
        <pc:spChg chg="add del">
          <ac:chgData name="tatiana palacios" userId="3cb085085ed44d29" providerId="LiveId" clId="{E8F264A4-F950-446F-8A83-18451A428B83}" dt="2026-06-22T23:32:59.946" v="56" actId="26606"/>
          <ac:spMkLst>
            <pc:docMk/>
            <pc:sldMk cId="122335243" sldId="256"/>
            <ac:spMk id="30" creationId="{8A94871E-96FC-4ADE-815B-41A636E34F1A}"/>
          </ac:spMkLst>
        </pc:spChg>
        <pc:spChg chg="add del">
          <ac:chgData name="tatiana palacios" userId="3cb085085ed44d29" providerId="LiveId" clId="{E8F264A4-F950-446F-8A83-18451A428B83}" dt="2026-06-22T23:32:59.946" v="56" actId="26606"/>
          <ac:spMkLst>
            <pc:docMk/>
            <pc:sldMk cId="122335243" sldId="256"/>
            <ac:spMk id="31" creationId="{3FCFB1DE-0B7E-48CC-BA90-B2AB0889F9D6}"/>
          </ac:spMkLst>
        </pc:spChg>
        <pc:spChg chg="add">
          <ac:chgData name="tatiana palacios" userId="3cb085085ed44d29" providerId="LiveId" clId="{E8F264A4-F950-446F-8A83-18451A428B83}" dt="2026-06-22T23:32:59.952" v="57" actId="26606"/>
          <ac:spMkLst>
            <pc:docMk/>
            <pc:sldMk cId="122335243" sldId="256"/>
            <ac:spMk id="33" creationId="{19D32F93-50AC-4C46-A5DB-291C60DDB7BD}"/>
          </ac:spMkLst>
        </pc:spChg>
        <pc:spChg chg="add">
          <ac:chgData name="tatiana palacios" userId="3cb085085ed44d29" providerId="LiveId" clId="{E8F264A4-F950-446F-8A83-18451A428B83}" dt="2026-06-22T23:32:59.952" v="57" actId="26606"/>
          <ac:spMkLst>
            <pc:docMk/>
            <pc:sldMk cId="122335243" sldId="256"/>
            <ac:spMk id="34" creationId="{827DC2C4-B485-428A-BF4A-472D2967F47F}"/>
          </ac:spMkLst>
        </pc:spChg>
        <pc:spChg chg="add">
          <ac:chgData name="tatiana palacios" userId="3cb085085ed44d29" providerId="LiveId" clId="{E8F264A4-F950-446F-8A83-18451A428B83}" dt="2026-06-22T23:32:59.952" v="57" actId="26606"/>
          <ac:spMkLst>
            <pc:docMk/>
            <pc:sldMk cId="122335243" sldId="256"/>
            <ac:spMk id="35" creationId="{EE04B5EB-F158-4507-90DD-BD23620C7CC9}"/>
          </ac:spMkLst>
        </pc:spChg>
        <pc:grpChg chg="add del">
          <ac:chgData name="tatiana palacios" userId="3cb085085ed44d29" providerId="LiveId" clId="{E8F264A4-F950-446F-8A83-18451A428B83}" dt="2026-06-22T23:32:50.952" v="51" actId="26606"/>
          <ac:grpSpMkLst>
            <pc:docMk/>
            <pc:sldMk cId="122335243" sldId="256"/>
            <ac:grpSpMk id="13" creationId="{89D1390B-7E13-4B4F-9CB2-391063412E54}"/>
          </ac:grpSpMkLst>
        </pc:grpChg>
        <pc:grpChg chg="add del">
          <ac:chgData name="tatiana palacios" userId="3cb085085ed44d29" providerId="LiveId" clId="{E8F264A4-F950-446F-8A83-18451A428B83}" dt="2026-06-22T23:32:52.838" v="54" actId="26606"/>
          <ac:grpSpMkLst>
            <pc:docMk/>
            <pc:sldMk cId="122335243" sldId="256"/>
            <ac:grpSpMk id="19" creationId="{383C2651-AE0C-4AE4-8725-E2F9414FE219}"/>
          </ac:grpSpMkLst>
        </pc:grpChg>
        <pc:grpChg chg="add del">
          <ac:chgData name="tatiana palacios" userId="3cb085085ed44d29" providerId="LiveId" clId="{E8F264A4-F950-446F-8A83-18451A428B83}" dt="2026-06-22T23:32:52.838" v="54" actId="26606"/>
          <ac:grpSpMkLst>
            <pc:docMk/>
            <pc:sldMk cId="122335243" sldId="256"/>
            <ac:grpSpMk id="25" creationId="{E9B930FD-8671-4C4C-ADCF-73AC1D0CD417}"/>
          </ac:grpSpMkLst>
        </pc:grpChg>
        <pc:picChg chg="mod">
          <ac:chgData name="tatiana palacios" userId="3cb085085ed44d29" providerId="LiveId" clId="{E8F264A4-F950-446F-8A83-18451A428B83}" dt="2026-06-22T23:34:46.324" v="76" actId="1076"/>
          <ac:picMkLst>
            <pc:docMk/>
            <pc:sldMk cId="122335243" sldId="256"/>
            <ac:picMk id="4" creationId="{EAE84378-59D5-601C-AB1E-6879C63A136D}"/>
          </ac:picMkLst>
        </pc:picChg>
      </pc:sldChg>
      <pc:sldChg chg="addSp delSp modSp mod setBg">
        <pc:chgData name="tatiana palacios" userId="3cb085085ed44d29" providerId="LiveId" clId="{E8F264A4-F950-446F-8A83-18451A428B83}" dt="2026-06-22T23:51:41.257" v="335" actId="20577"/>
        <pc:sldMkLst>
          <pc:docMk/>
          <pc:sldMk cId="3006594379" sldId="257"/>
        </pc:sldMkLst>
        <pc:spChg chg="mod">
          <ac:chgData name="tatiana palacios" userId="3cb085085ed44d29" providerId="LiveId" clId="{E8F264A4-F950-446F-8A83-18451A428B83}" dt="2026-06-22T23:50:11.916" v="198" actId="26606"/>
          <ac:spMkLst>
            <pc:docMk/>
            <pc:sldMk cId="3006594379" sldId="257"/>
            <ac:spMk id="2" creationId="{54982E55-B339-295B-48C1-63ED1D3F5639}"/>
          </ac:spMkLst>
        </pc:spChg>
        <pc:spChg chg="mod">
          <ac:chgData name="tatiana palacios" userId="3cb085085ed44d29" providerId="LiveId" clId="{E8F264A4-F950-446F-8A83-18451A428B83}" dt="2026-06-22T23:51:41.257" v="335" actId="20577"/>
          <ac:spMkLst>
            <pc:docMk/>
            <pc:sldMk cId="3006594379" sldId="257"/>
            <ac:spMk id="3" creationId="{46E6DF21-29EF-D332-3DBA-0F3F057808D7}"/>
          </ac:spMkLst>
        </pc:spChg>
        <pc:spChg chg="mod">
          <ac:chgData name="tatiana palacios" userId="3cb085085ed44d29" providerId="LiveId" clId="{E8F264A4-F950-446F-8A83-18451A428B83}" dt="2026-06-22T23:50:11.916" v="198" actId="26606"/>
          <ac:spMkLst>
            <pc:docMk/>
            <pc:sldMk cId="3006594379" sldId="257"/>
            <ac:spMk id="4" creationId="{D4A0B5FC-3294-4BD3-6BB7-256F3E3DC8BD}"/>
          </ac:spMkLst>
        </pc:spChg>
        <pc:spChg chg="add del">
          <ac:chgData name="tatiana palacios" userId="3cb085085ed44d29" providerId="LiveId" clId="{E8F264A4-F950-446F-8A83-18451A428B83}" dt="2026-06-22T23:50:11.916" v="198" actId="26606"/>
          <ac:spMkLst>
            <pc:docMk/>
            <pc:sldMk cId="3006594379" sldId="257"/>
            <ac:spMk id="10" creationId="{9D25F302-27C5-414F-97F8-6EA0A6C028BA}"/>
          </ac:spMkLst>
        </pc:spChg>
        <pc:spChg chg="add del">
          <ac:chgData name="tatiana palacios" userId="3cb085085ed44d29" providerId="LiveId" clId="{E8F264A4-F950-446F-8A83-18451A428B83}" dt="2026-06-22T23:47:22.213" v="167" actId="26606"/>
          <ac:spMkLst>
            <pc:docMk/>
            <pc:sldMk cId="3006594379" sldId="257"/>
            <ac:spMk id="11" creationId="{9D25F302-27C5-414F-97F8-6EA0A6C028BA}"/>
          </ac:spMkLst>
        </pc:spChg>
        <pc:spChg chg="add del">
          <ac:chgData name="tatiana palacios" userId="3cb085085ed44d29" providerId="LiveId" clId="{E8F264A4-F950-446F-8A83-18451A428B83}" dt="2026-06-22T23:50:11.916" v="198" actId="26606"/>
          <ac:spMkLst>
            <pc:docMk/>
            <pc:sldMk cId="3006594379" sldId="257"/>
            <ac:spMk id="12" creationId="{830A36F8-48C2-4842-A87B-8CE8DF4E7FD2}"/>
          </ac:spMkLst>
        </pc:spChg>
        <pc:spChg chg="add del">
          <ac:chgData name="tatiana palacios" userId="3cb085085ed44d29" providerId="LiveId" clId="{E8F264A4-F950-446F-8A83-18451A428B83}" dt="2026-06-22T23:47:22.213" v="167" actId="26606"/>
          <ac:spMkLst>
            <pc:docMk/>
            <pc:sldMk cId="3006594379" sldId="257"/>
            <ac:spMk id="13" creationId="{830A36F8-48C2-4842-A87B-8CE8DF4E7FD2}"/>
          </ac:spMkLst>
        </pc:spChg>
        <pc:spChg chg="add del">
          <ac:chgData name="tatiana palacios" userId="3cb085085ed44d29" providerId="LiveId" clId="{E8F264A4-F950-446F-8A83-18451A428B83}" dt="2026-06-22T23:47:22.213" v="167" actId="26606"/>
          <ac:spMkLst>
            <pc:docMk/>
            <pc:sldMk cId="3006594379" sldId="257"/>
            <ac:spMk id="15" creationId="{8F451A30-466B-4996-9BA5-CD6ABCC6D558}"/>
          </ac:spMkLst>
        </pc:spChg>
        <pc:spChg chg="add del">
          <ac:chgData name="tatiana palacios" userId="3cb085085ed44d29" providerId="LiveId" clId="{E8F264A4-F950-446F-8A83-18451A428B83}" dt="2026-06-22T23:50:11.916" v="198" actId="26606"/>
          <ac:spMkLst>
            <pc:docMk/>
            <pc:sldMk cId="3006594379" sldId="257"/>
            <ac:spMk id="17" creationId="{8F451A30-466B-4996-9BA5-CD6ABCC6D558}"/>
          </ac:spMkLst>
        </pc:spChg>
        <pc:picChg chg="add del mod ord">
          <ac:chgData name="tatiana palacios" userId="3cb085085ed44d29" providerId="LiveId" clId="{E8F264A4-F950-446F-8A83-18451A428B83}" dt="2026-06-22T23:49:24.412" v="184" actId="478"/>
          <ac:picMkLst>
            <pc:docMk/>
            <pc:sldMk cId="3006594379" sldId="257"/>
            <ac:picMk id="6" creationId="{E19D2A19-78BB-F5D7-D901-4807725417A2}"/>
          </ac:picMkLst>
        </pc:picChg>
        <pc:picChg chg="add del mod">
          <ac:chgData name="tatiana palacios" userId="3cb085085ed44d29" providerId="LiveId" clId="{E8F264A4-F950-446F-8A83-18451A428B83}" dt="2026-06-22T23:49:49.674" v="191" actId="478"/>
          <ac:picMkLst>
            <pc:docMk/>
            <pc:sldMk cId="3006594379" sldId="257"/>
            <ac:picMk id="7" creationId="{B095CA9B-6929-83D9-402C-3C61840182C0}"/>
          </ac:picMkLst>
        </pc:picChg>
        <pc:picChg chg="add mod ord">
          <ac:chgData name="tatiana palacios" userId="3cb085085ed44d29" providerId="LiveId" clId="{E8F264A4-F950-446F-8A83-18451A428B83}" dt="2026-06-22T23:50:37.295" v="201" actId="1440"/>
          <ac:picMkLst>
            <pc:docMk/>
            <pc:sldMk cId="3006594379" sldId="257"/>
            <ac:picMk id="8" creationId="{D4A39CC6-4822-6D29-3E67-93A741B91488}"/>
          </ac:picMkLst>
        </pc:picChg>
      </pc:sldChg>
      <pc:sldChg chg="modSp mod">
        <pc:chgData name="tatiana palacios" userId="3cb085085ed44d29" providerId="LiveId" clId="{E8F264A4-F950-446F-8A83-18451A428B83}" dt="2026-06-22T23:54:55.896" v="339" actId="5793"/>
        <pc:sldMkLst>
          <pc:docMk/>
          <pc:sldMk cId="3224444855" sldId="258"/>
        </pc:sldMkLst>
        <pc:spChg chg="mod">
          <ac:chgData name="tatiana palacios" userId="3cb085085ed44d29" providerId="LiveId" clId="{E8F264A4-F950-446F-8A83-18451A428B83}" dt="2026-06-22T23:54:03.150" v="336"/>
          <ac:spMkLst>
            <pc:docMk/>
            <pc:sldMk cId="3224444855" sldId="258"/>
            <ac:spMk id="2" creationId="{2077E93B-4465-70B6-064B-0EC4C898EACC}"/>
          </ac:spMkLst>
        </pc:spChg>
        <pc:spChg chg="mod">
          <ac:chgData name="tatiana palacios" userId="3cb085085ed44d29" providerId="LiveId" clId="{E8F264A4-F950-446F-8A83-18451A428B83}" dt="2026-06-22T23:54:55.896" v="339" actId="5793"/>
          <ac:spMkLst>
            <pc:docMk/>
            <pc:sldMk cId="3224444855" sldId="258"/>
            <ac:spMk id="3" creationId="{CC8D9F5D-D3EA-A71C-FC64-469A21F5C179}"/>
          </ac:spMkLst>
        </pc:spChg>
      </pc:sldChg>
      <pc:sldChg chg="modSp new mod">
        <pc:chgData name="tatiana palacios" userId="3cb085085ed44d29" providerId="LiveId" clId="{E8F264A4-F950-446F-8A83-18451A428B83}" dt="2026-06-23T01:16:14.713" v="358" actId="27636"/>
        <pc:sldMkLst>
          <pc:docMk/>
          <pc:sldMk cId="1465655577" sldId="259"/>
        </pc:sldMkLst>
        <pc:spChg chg="mod">
          <ac:chgData name="tatiana palacios" userId="3cb085085ed44d29" providerId="LiveId" clId="{E8F264A4-F950-446F-8A83-18451A428B83}" dt="2026-06-22T23:28:10.066" v="12"/>
          <ac:spMkLst>
            <pc:docMk/>
            <pc:sldMk cId="1465655577" sldId="259"/>
            <ac:spMk id="2" creationId="{965A75C2-8908-72B9-F820-8518DA5CFD70}"/>
          </ac:spMkLst>
        </pc:spChg>
        <pc:spChg chg="mod">
          <ac:chgData name="tatiana palacios" userId="3cb085085ed44d29" providerId="LiveId" clId="{E8F264A4-F950-446F-8A83-18451A428B83}" dt="2026-06-23T01:16:14.713" v="358" actId="27636"/>
          <ac:spMkLst>
            <pc:docMk/>
            <pc:sldMk cId="1465655577" sldId="259"/>
            <ac:spMk id="3" creationId="{0CBE580B-DD02-25FA-BCCF-7A80F7671F10}"/>
          </ac:spMkLst>
        </pc:spChg>
      </pc:sldChg>
      <pc:sldChg chg="modSp new mod">
        <pc:chgData name="tatiana palacios" userId="3cb085085ed44d29" providerId="LiveId" clId="{E8F264A4-F950-446F-8A83-18451A428B83}" dt="2026-06-23T01:17:29.180" v="361" actId="20577"/>
        <pc:sldMkLst>
          <pc:docMk/>
          <pc:sldMk cId="1436840161" sldId="260"/>
        </pc:sldMkLst>
        <pc:spChg chg="mod">
          <ac:chgData name="tatiana palacios" userId="3cb085085ed44d29" providerId="LiveId" clId="{E8F264A4-F950-446F-8A83-18451A428B83}" dt="2026-06-22T23:28:17.282" v="14"/>
          <ac:spMkLst>
            <pc:docMk/>
            <pc:sldMk cId="1436840161" sldId="260"/>
            <ac:spMk id="2" creationId="{8D3D3D39-0403-129A-BEA0-B50FB138DFF6}"/>
          </ac:spMkLst>
        </pc:spChg>
        <pc:spChg chg="mod">
          <ac:chgData name="tatiana palacios" userId="3cb085085ed44d29" providerId="LiveId" clId="{E8F264A4-F950-446F-8A83-18451A428B83}" dt="2026-06-23T01:17:29.180" v="361" actId="20577"/>
          <ac:spMkLst>
            <pc:docMk/>
            <pc:sldMk cId="1436840161" sldId="260"/>
            <ac:spMk id="3" creationId="{8400CF92-5077-4BE5-C046-53437861EA3C}"/>
          </ac:spMkLst>
        </pc:spChg>
      </pc:sldChg>
      <pc:sldChg chg="addSp delSp modSp new mod setBg">
        <pc:chgData name="tatiana palacios" userId="3cb085085ed44d29" providerId="LiveId" clId="{E8F264A4-F950-446F-8A83-18451A428B83}" dt="2026-06-23T01:18:17.610" v="366" actId="26606"/>
        <pc:sldMkLst>
          <pc:docMk/>
          <pc:sldMk cId="3867891118" sldId="261"/>
        </pc:sldMkLst>
        <pc:spChg chg="mod">
          <ac:chgData name="tatiana palacios" userId="3cb085085ed44d29" providerId="LiveId" clId="{E8F264A4-F950-446F-8A83-18451A428B83}" dt="2026-06-23T01:18:17.610" v="366" actId="26606"/>
          <ac:spMkLst>
            <pc:docMk/>
            <pc:sldMk cId="3867891118" sldId="261"/>
            <ac:spMk id="2" creationId="{AE91CA9F-86B9-F889-AAC8-A38C9A7D3E8C}"/>
          </ac:spMkLst>
        </pc:spChg>
        <pc:spChg chg="mod">
          <ac:chgData name="tatiana palacios" userId="3cb085085ed44d29" providerId="LiveId" clId="{E8F264A4-F950-446F-8A83-18451A428B83}" dt="2026-06-23T01:18:17.610" v="366" actId="26606"/>
          <ac:spMkLst>
            <pc:docMk/>
            <pc:sldMk cId="3867891118" sldId="261"/>
            <ac:spMk id="4" creationId="{E8603343-5493-F74A-765E-EEFEDD892E70}"/>
          </ac:spMkLst>
        </pc:spChg>
        <pc:spChg chg="add del">
          <ac:chgData name="tatiana palacios" userId="3cb085085ed44d29" providerId="LiveId" clId="{E8F264A4-F950-446F-8A83-18451A428B83}" dt="2026-06-23T01:18:17.544" v="365" actId="26606"/>
          <ac:spMkLst>
            <pc:docMk/>
            <pc:sldMk cId="3867891118" sldId="261"/>
            <ac:spMk id="7" creationId="{6C4028FD-8BAA-4A19-BFDE-594D991B7552}"/>
          </ac:spMkLst>
        </pc:spChg>
        <pc:spChg chg="add">
          <ac:chgData name="tatiana palacios" userId="3cb085085ed44d29" providerId="LiveId" clId="{E8F264A4-F950-446F-8A83-18451A428B83}" dt="2026-06-23T01:18:17.610" v="366" actId="26606"/>
          <ac:spMkLst>
            <pc:docMk/>
            <pc:sldMk cId="3867891118" sldId="261"/>
            <ac:spMk id="9" creationId="{DCC231C8-C761-4B31-9B1C-C6D19248C6B3}"/>
          </ac:spMkLst>
        </pc:spChg>
        <pc:spChg chg="add del">
          <ac:chgData name="tatiana palacios" userId="3cb085085ed44d29" providerId="LiveId" clId="{E8F264A4-F950-446F-8A83-18451A428B83}" dt="2026-06-23T01:18:09.990" v="363" actId="26606"/>
          <ac:spMkLst>
            <pc:docMk/>
            <pc:sldMk cId="3867891118" sldId="261"/>
            <ac:spMk id="10" creationId="{C05CBC3C-2E5A-4839-8B9B-2E5A6ADF0F58}"/>
          </ac:spMkLst>
        </pc:spChg>
        <pc:spChg chg="add del">
          <ac:chgData name="tatiana palacios" userId="3cb085085ed44d29" providerId="LiveId" clId="{E8F264A4-F950-446F-8A83-18451A428B83}" dt="2026-06-23T01:18:09.990" v="363" actId="26606"/>
          <ac:spMkLst>
            <pc:docMk/>
            <pc:sldMk cId="3867891118" sldId="261"/>
            <ac:spMk id="12" creationId="{DB5B423A-57CC-4C58-AA26-8E2E862B03A0}"/>
          </ac:spMkLst>
        </pc:spChg>
        <pc:graphicFrameChg chg="mod modGraphic">
          <ac:chgData name="tatiana palacios" userId="3cb085085ed44d29" providerId="LiveId" clId="{E8F264A4-F950-446F-8A83-18451A428B83}" dt="2026-06-23T01:18:17.610" v="366" actId="26606"/>
          <ac:graphicFrameMkLst>
            <pc:docMk/>
            <pc:sldMk cId="3867891118" sldId="261"/>
            <ac:graphicFrameMk id="5" creationId="{5E78A186-CD97-14EA-9C2C-ED913754662B}"/>
          </ac:graphicFrameMkLst>
        </pc:graphicFrameChg>
      </pc:sldChg>
      <pc:sldChg chg="addSp delSp modSp new mod setBg">
        <pc:chgData name="tatiana palacios" userId="3cb085085ed44d29" providerId="LiveId" clId="{E8F264A4-F950-446F-8A83-18451A428B83}" dt="2026-06-23T03:32:43.369" v="669" actId="403"/>
        <pc:sldMkLst>
          <pc:docMk/>
          <pc:sldMk cId="3923932621" sldId="262"/>
        </pc:sldMkLst>
        <pc:spChg chg="mod">
          <ac:chgData name="tatiana palacios" userId="3cb085085ed44d29" providerId="LiveId" clId="{E8F264A4-F950-446F-8A83-18451A428B83}" dt="2026-06-23T03:28:03.379" v="631" actId="26606"/>
          <ac:spMkLst>
            <pc:docMk/>
            <pc:sldMk cId="3923932621" sldId="262"/>
            <ac:spMk id="2" creationId="{108373FC-1022-CEBE-BBB3-C5BD3332A0A7}"/>
          </ac:spMkLst>
        </pc:spChg>
        <pc:spChg chg="del mod">
          <ac:chgData name="tatiana palacios" userId="3cb085085ed44d29" providerId="LiveId" clId="{E8F264A4-F950-446F-8A83-18451A428B83}" dt="2026-06-23T03:28:13.486" v="633" actId="478"/>
          <ac:spMkLst>
            <pc:docMk/>
            <pc:sldMk cId="3923932621" sldId="262"/>
            <ac:spMk id="3" creationId="{8BD1D1F7-9214-27ED-240F-5F0D26C481D5}"/>
          </ac:spMkLst>
        </pc:spChg>
        <pc:spChg chg="mod">
          <ac:chgData name="tatiana palacios" userId="3cb085085ed44d29" providerId="LiveId" clId="{E8F264A4-F950-446F-8A83-18451A428B83}" dt="2026-06-23T03:28:03.379" v="631" actId="26606"/>
          <ac:spMkLst>
            <pc:docMk/>
            <pc:sldMk cId="3923932621" sldId="262"/>
            <ac:spMk id="4" creationId="{4C37CA6F-F094-D8BA-C290-1854B548E985}"/>
          </ac:spMkLst>
        </pc:spChg>
        <pc:spChg chg="add del mod">
          <ac:chgData name="tatiana palacios" userId="3cb085085ed44d29" providerId="LiveId" clId="{E8F264A4-F950-446F-8A83-18451A428B83}" dt="2026-06-23T03:28:19.993" v="635" actId="478"/>
          <ac:spMkLst>
            <pc:docMk/>
            <pc:sldMk cId="3923932621" sldId="262"/>
            <ac:spMk id="7" creationId="{D2A313A7-DD13-0202-7065-A0C8257D9053}"/>
          </ac:spMkLst>
        </pc:spChg>
        <pc:spChg chg="add del">
          <ac:chgData name="tatiana palacios" userId="3cb085085ed44d29" providerId="LiveId" clId="{E8F264A4-F950-446F-8A83-18451A428B83}" dt="2026-06-23T03:28:03.379" v="631" actId="26606"/>
          <ac:spMkLst>
            <pc:docMk/>
            <pc:sldMk cId="3923932621" sldId="262"/>
            <ac:spMk id="10" creationId="{058A14AF-9FB5-4CC7-BA35-E8E85D3EDF0E}"/>
          </ac:spMkLst>
        </pc:spChg>
        <pc:spChg chg="add del">
          <ac:chgData name="tatiana palacios" userId="3cb085085ed44d29" providerId="LiveId" clId="{E8F264A4-F950-446F-8A83-18451A428B83}" dt="2026-06-23T03:28:39.027" v="640" actId="22"/>
          <ac:spMkLst>
            <pc:docMk/>
            <pc:sldMk cId="3923932621" sldId="262"/>
            <ac:spMk id="11" creationId="{AAD8ACF4-42B9-992D-143C-592E7FD9D474}"/>
          </ac:spMkLst>
        </pc:spChg>
        <pc:spChg chg="add del">
          <ac:chgData name="tatiana palacios" userId="3cb085085ed44d29" providerId="LiveId" clId="{E8F264A4-F950-446F-8A83-18451A428B83}" dt="2026-06-23T03:28:03.379" v="631" actId="26606"/>
          <ac:spMkLst>
            <pc:docMk/>
            <pc:sldMk cId="3923932621" sldId="262"/>
            <ac:spMk id="12" creationId="{3A9A4357-BD1D-4622-A4FE-766E6AB8DE84}"/>
          </ac:spMkLst>
        </pc:spChg>
        <pc:spChg chg="add del">
          <ac:chgData name="tatiana palacios" userId="3cb085085ed44d29" providerId="LiveId" clId="{E8F264A4-F950-446F-8A83-18451A428B83}" dt="2026-06-23T03:28:03.379" v="631" actId="26606"/>
          <ac:spMkLst>
            <pc:docMk/>
            <pc:sldMk cId="3923932621" sldId="262"/>
            <ac:spMk id="14" creationId="{E659831F-0D9A-4C63-9EBB-8435B85A440F}"/>
          </ac:spMkLst>
        </pc:spChg>
        <pc:spChg chg="add del">
          <ac:chgData name="tatiana palacios" userId="3cb085085ed44d29" providerId="LiveId" clId="{E8F264A4-F950-446F-8A83-18451A428B83}" dt="2026-06-23T03:28:03.379" v="631" actId="26606"/>
          <ac:spMkLst>
            <pc:docMk/>
            <pc:sldMk cId="3923932621" sldId="262"/>
            <ac:spMk id="16" creationId="{E6995CE5-F890-4ABA-82A2-26507CE8D2A3}"/>
          </ac:spMkLst>
        </pc:spChg>
        <pc:spChg chg="add mod">
          <ac:chgData name="tatiana palacios" userId="3cb085085ed44d29" providerId="LiveId" clId="{E8F264A4-F950-446F-8A83-18451A428B83}" dt="2026-06-23T03:32:34.876" v="667" actId="14100"/>
          <ac:spMkLst>
            <pc:docMk/>
            <pc:sldMk cId="3923932621" sldId="262"/>
            <ac:spMk id="18" creationId="{EAD34D71-6BF2-FB1D-9F72-7B0F4855A944}"/>
          </ac:spMkLst>
        </pc:spChg>
        <pc:graphicFrameChg chg="add del mod modGraphic">
          <ac:chgData name="tatiana palacios" userId="3cb085085ed44d29" providerId="LiveId" clId="{E8F264A4-F950-446F-8A83-18451A428B83}" dt="2026-06-23T03:28:29.537" v="637" actId="478"/>
          <ac:graphicFrameMkLst>
            <pc:docMk/>
            <pc:sldMk cId="3923932621" sldId="262"/>
            <ac:graphicFrameMk id="5" creationId="{D0BEDF3A-C18F-17B3-EEAD-903DA4F5DD0B}"/>
          </ac:graphicFrameMkLst>
        </pc:graphicFrameChg>
        <pc:graphicFrameChg chg="add mod">
          <ac:chgData name="tatiana palacios" userId="3cb085085ed44d29" providerId="LiveId" clId="{E8F264A4-F950-446F-8A83-18451A428B83}" dt="2026-06-23T03:28:30.052" v="638"/>
          <ac:graphicFrameMkLst>
            <pc:docMk/>
            <pc:sldMk cId="3923932621" sldId="262"/>
            <ac:graphicFrameMk id="8" creationId="{027FE329-8991-783D-EFE8-05A780C900F3}"/>
          </ac:graphicFrameMkLst>
        </pc:graphicFrameChg>
        <pc:graphicFrameChg chg="add mod">
          <ac:chgData name="tatiana palacios" userId="3cb085085ed44d29" providerId="LiveId" clId="{E8F264A4-F950-446F-8A83-18451A428B83}" dt="2026-06-23T03:29:27.227" v="641"/>
          <ac:graphicFrameMkLst>
            <pc:docMk/>
            <pc:sldMk cId="3923932621" sldId="262"/>
            <ac:graphicFrameMk id="13" creationId="{5F487B8F-ECCE-47D9-1E75-5A190187AD66}"/>
          </ac:graphicFrameMkLst>
        </pc:graphicFrameChg>
        <pc:graphicFrameChg chg="add mod modGraphic">
          <ac:chgData name="tatiana palacios" userId="3cb085085ed44d29" providerId="LiveId" clId="{E8F264A4-F950-446F-8A83-18451A428B83}" dt="2026-06-23T03:32:43.369" v="669" actId="403"/>
          <ac:graphicFrameMkLst>
            <pc:docMk/>
            <pc:sldMk cId="3923932621" sldId="262"/>
            <ac:graphicFrameMk id="15" creationId="{7ADF9366-835D-2B04-0B1C-E3F9EC486902}"/>
          </ac:graphicFrameMkLst>
        </pc:graphicFrameChg>
      </pc:sldChg>
      <pc:sldChg chg="addSp delSp modSp new mod setBg">
        <pc:chgData name="tatiana palacios" userId="3cb085085ed44d29" providerId="LiveId" clId="{E8F264A4-F950-446F-8A83-18451A428B83}" dt="2026-06-23T03:40:25.213" v="691" actId="27636"/>
        <pc:sldMkLst>
          <pc:docMk/>
          <pc:sldMk cId="1147427069" sldId="263"/>
        </pc:sldMkLst>
        <pc:spChg chg="mod">
          <ac:chgData name="tatiana palacios" userId="3cb085085ed44d29" providerId="LiveId" clId="{E8F264A4-F950-446F-8A83-18451A428B83}" dt="2026-06-23T03:36:04.917" v="678" actId="26606"/>
          <ac:spMkLst>
            <pc:docMk/>
            <pc:sldMk cId="1147427069" sldId="263"/>
            <ac:spMk id="2" creationId="{D377DE69-73CD-719B-CDE4-57BA9FFF0EE6}"/>
          </ac:spMkLst>
        </pc:spChg>
        <pc:spChg chg="mod">
          <ac:chgData name="tatiana palacios" userId="3cb085085ed44d29" providerId="LiveId" clId="{E8F264A4-F950-446F-8A83-18451A428B83}" dt="2026-06-23T03:40:25.213" v="691" actId="27636"/>
          <ac:spMkLst>
            <pc:docMk/>
            <pc:sldMk cId="1147427069" sldId="263"/>
            <ac:spMk id="3" creationId="{72F27E38-1F0D-98A7-EB72-ADC3AFB19C24}"/>
          </ac:spMkLst>
        </pc:spChg>
        <pc:spChg chg="mod">
          <ac:chgData name="tatiana palacios" userId="3cb085085ed44d29" providerId="LiveId" clId="{E8F264A4-F950-446F-8A83-18451A428B83}" dt="2026-06-23T03:36:04.917" v="678" actId="26606"/>
          <ac:spMkLst>
            <pc:docMk/>
            <pc:sldMk cId="1147427069" sldId="263"/>
            <ac:spMk id="4" creationId="{351C8581-33A3-2FBA-3F99-AF443B464681}"/>
          </ac:spMkLst>
        </pc:spChg>
        <pc:spChg chg="add del">
          <ac:chgData name="tatiana palacios" userId="3cb085085ed44d29" providerId="LiveId" clId="{E8F264A4-F950-446F-8A83-18451A428B83}" dt="2026-06-23T03:35:55.627" v="675" actId="26606"/>
          <ac:spMkLst>
            <pc:docMk/>
            <pc:sldMk cId="1147427069" sldId="263"/>
            <ac:spMk id="12" creationId="{88BDCE1A-E244-4F40-A69B-AAB988FD6097}"/>
          </ac:spMkLst>
        </pc:spChg>
        <pc:spChg chg="add del">
          <ac:chgData name="tatiana palacios" userId="3cb085085ed44d29" providerId="LiveId" clId="{E8F264A4-F950-446F-8A83-18451A428B83}" dt="2026-06-23T03:35:55.627" v="675" actId="26606"/>
          <ac:spMkLst>
            <pc:docMk/>
            <pc:sldMk cId="1147427069" sldId="263"/>
            <ac:spMk id="16" creationId="{1A4EF068-10B6-4B97-AA42-5C97E3268F40}"/>
          </ac:spMkLst>
        </pc:spChg>
        <pc:spChg chg="add del">
          <ac:chgData name="tatiana palacios" userId="3cb085085ed44d29" providerId="LiveId" clId="{E8F264A4-F950-446F-8A83-18451A428B83}" dt="2026-06-23T03:36:04.890" v="677" actId="26606"/>
          <ac:spMkLst>
            <pc:docMk/>
            <pc:sldMk cId="1147427069" sldId="263"/>
            <ac:spMk id="18" creationId="{FE43805F-24A6-46A4-B19B-54F28347355C}"/>
          </ac:spMkLst>
        </pc:spChg>
        <pc:spChg chg="add del">
          <ac:chgData name="tatiana palacios" userId="3cb085085ed44d29" providerId="LiveId" clId="{E8F264A4-F950-446F-8A83-18451A428B83}" dt="2026-06-23T03:36:04.890" v="677" actId="26606"/>
          <ac:spMkLst>
            <pc:docMk/>
            <pc:sldMk cId="1147427069" sldId="263"/>
            <ac:spMk id="19" creationId="{1022CA72-2A63-428F-B586-37BA5AB6D265}"/>
          </ac:spMkLst>
        </pc:spChg>
        <pc:spChg chg="add del">
          <ac:chgData name="tatiana palacios" userId="3cb085085ed44d29" providerId="LiveId" clId="{E8F264A4-F950-446F-8A83-18451A428B83}" dt="2026-06-23T03:36:04.890" v="677" actId="26606"/>
          <ac:spMkLst>
            <pc:docMk/>
            <pc:sldMk cId="1147427069" sldId="263"/>
            <ac:spMk id="20" creationId="{95C8260E-968F-44E8-A823-ABB431311926}"/>
          </ac:spMkLst>
        </pc:spChg>
        <pc:spChg chg="add del">
          <ac:chgData name="tatiana palacios" userId="3cb085085ed44d29" providerId="LiveId" clId="{E8F264A4-F950-446F-8A83-18451A428B83}" dt="2026-06-23T03:36:04.890" v="677" actId="26606"/>
          <ac:spMkLst>
            <pc:docMk/>
            <pc:sldMk cId="1147427069" sldId="263"/>
            <ac:spMk id="21" creationId="{2C1BBA94-3F40-40AA-8BB9-E69E25E537C1}"/>
          </ac:spMkLst>
        </pc:spChg>
        <pc:spChg chg="add del">
          <ac:chgData name="tatiana palacios" userId="3cb085085ed44d29" providerId="LiveId" clId="{E8F264A4-F950-446F-8A83-18451A428B83}" dt="2026-06-23T03:36:31.045" v="683" actId="26606"/>
          <ac:spMkLst>
            <pc:docMk/>
            <pc:sldMk cId="1147427069" sldId="263"/>
            <ac:spMk id="23" creationId="{6D24BC9E-AC6A-42EE-AFD8-B290720B841F}"/>
          </ac:spMkLst>
        </pc:spChg>
        <pc:spChg chg="add del">
          <ac:chgData name="tatiana palacios" userId="3cb085085ed44d29" providerId="LiveId" clId="{E8F264A4-F950-446F-8A83-18451A428B83}" dt="2026-06-23T03:36:31.045" v="683" actId="26606"/>
          <ac:spMkLst>
            <pc:docMk/>
            <pc:sldMk cId="1147427069" sldId="263"/>
            <ac:spMk id="24" creationId="{0990C621-3B8B-4820-8328-D47EF7CE823C}"/>
          </ac:spMkLst>
        </pc:spChg>
        <pc:spChg chg="add del">
          <ac:chgData name="tatiana palacios" userId="3cb085085ed44d29" providerId="LiveId" clId="{E8F264A4-F950-446F-8A83-18451A428B83}" dt="2026-06-23T03:36:31.045" v="683" actId="26606"/>
          <ac:spMkLst>
            <pc:docMk/>
            <pc:sldMk cId="1147427069" sldId="263"/>
            <ac:spMk id="25" creationId="{C1A2385B-1D2A-4E17-84FA-6CB7F0AAE473}"/>
          </ac:spMkLst>
        </pc:spChg>
        <pc:spChg chg="add del">
          <ac:chgData name="tatiana palacios" userId="3cb085085ed44d29" providerId="LiveId" clId="{E8F264A4-F950-446F-8A83-18451A428B83}" dt="2026-06-23T03:36:31.045" v="683" actId="26606"/>
          <ac:spMkLst>
            <pc:docMk/>
            <pc:sldMk cId="1147427069" sldId="263"/>
            <ac:spMk id="26" creationId="{5E791F2F-79DB-4CC0-9FA1-001E3E91E8B7}"/>
          </ac:spMkLst>
        </pc:spChg>
        <pc:spChg chg="add del">
          <ac:chgData name="tatiana palacios" userId="3cb085085ed44d29" providerId="LiveId" clId="{E8F264A4-F950-446F-8A83-18451A428B83}" dt="2026-06-23T03:36:29.239" v="682" actId="26606"/>
          <ac:spMkLst>
            <pc:docMk/>
            <pc:sldMk cId="1147427069" sldId="263"/>
            <ac:spMk id="28" creationId="{6D24BC9E-AC6A-42EE-AFD8-B290720B841F}"/>
          </ac:spMkLst>
        </pc:spChg>
        <pc:spChg chg="add del">
          <ac:chgData name="tatiana palacios" userId="3cb085085ed44d29" providerId="LiveId" clId="{E8F264A4-F950-446F-8A83-18451A428B83}" dt="2026-06-23T03:36:29.239" v="682" actId="26606"/>
          <ac:spMkLst>
            <pc:docMk/>
            <pc:sldMk cId="1147427069" sldId="263"/>
            <ac:spMk id="29" creationId="{0990C621-3B8B-4820-8328-D47EF7CE823C}"/>
          </ac:spMkLst>
        </pc:spChg>
        <pc:spChg chg="add del">
          <ac:chgData name="tatiana palacios" userId="3cb085085ed44d29" providerId="LiveId" clId="{E8F264A4-F950-446F-8A83-18451A428B83}" dt="2026-06-23T03:36:29.239" v="682" actId="26606"/>
          <ac:spMkLst>
            <pc:docMk/>
            <pc:sldMk cId="1147427069" sldId="263"/>
            <ac:spMk id="30" creationId="{C1A2385B-1D2A-4E17-84FA-6CB7F0AAE473}"/>
          </ac:spMkLst>
        </pc:spChg>
        <pc:spChg chg="add del">
          <ac:chgData name="tatiana palacios" userId="3cb085085ed44d29" providerId="LiveId" clId="{E8F264A4-F950-446F-8A83-18451A428B83}" dt="2026-06-23T03:36:25.368" v="680" actId="26606"/>
          <ac:spMkLst>
            <pc:docMk/>
            <pc:sldMk cId="1147427069" sldId="263"/>
            <ac:spMk id="31" creationId="{6D24BC9E-AC6A-42EE-AFD8-B290720B841F}"/>
          </ac:spMkLst>
        </pc:spChg>
        <pc:spChg chg="add del">
          <ac:chgData name="tatiana palacios" userId="3cb085085ed44d29" providerId="LiveId" clId="{E8F264A4-F950-446F-8A83-18451A428B83}" dt="2026-06-23T03:36:29.239" v="682" actId="26606"/>
          <ac:spMkLst>
            <pc:docMk/>
            <pc:sldMk cId="1147427069" sldId="263"/>
            <ac:spMk id="32" creationId="{5E791F2F-79DB-4CC0-9FA1-001E3E91E8B7}"/>
          </ac:spMkLst>
        </pc:spChg>
        <pc:spChg chg="add del">
          <ac:chgData name="tatiana palacios" userId="3cb085085ed44d29" providerId="LiveId" clId="{E8F264A4-F950-446F-8A83-18451A428B83}" dt="2026-06-23T03:36:25.368" v="680" actId="26606"/>
          <ac:spMkLst>
            <pc:docMk/>
            <pc:sldMk cId="1147427069" sldId="263"/>
            <ac:spMk id="33" creationId="{0990C621-3B8B-4820-8328-D47EF7CE823C}"/>
          </ac:spMkLst>
        </pc:spChg>
        <pc:spChg chg="add">
          <ac:chgData name="tatiana palacios" userId="3cb085085ed44d29" providerId="LiveId" clId="{E8F264A4-F950-446F-8A83-18451A428B83}" dt="2026-06-23T03:36:31.045" v="683" actId="26606"/>
          <ac:spMkLst>
            <pc:docMk/>
            <pc:sldMk cId="1147427069" sldId="263"/>
            <ac:spMk id="34" creationId="{6D24BC9E-AC6A-42EE-AFD8-B290720B841F}"/>
          </ac:spMkLst>
        </pc:spChg>
        <pc:spChg chg="add del">
          <ac:chgData name="tatiana palacios" userId="3cb085085ed44d29" providerId="LiveId" clId="{E8F264A4-F950-446F-8A83-18451A428B83}" dt="2026-06-23T03:36:25.368" v="680" actId="26606"/>
          <ac:spMkLst>
            <pc:docMk/>
            <pc:sldMk cId="1147427069" sldId="263"/>
            <ac:spMk id="35" creationId="{C1A2385B-1D2A-4E17-84FA-6CB7F0AAE473}"/>
          </ac:spMkLst>
        </pc:spChg>
        <pc:spChg chg="add">
          <ac:chgData name="tatiana palacios" userId="3cb085085ed44d29" providerId="LiveId" clId="{E8F264A4-F950-446F-8A83-18451A428B83}" dt="2026-06-23T03:36:31.045" v="683" actId="26606"/>
          <ac:spMkLst>
            <pc:docMk/>
            <pc:sldMk cId="1147427069" sldId="263"/>
            <ac:spMk id="36" creationId="{0990C621-3B8B-4820-8328-D47EF7CE823C}"/>
          </ac:spMkLst>
        </pc:spChg>
        <pc:spChg chg="add del">
          <ac:chgData name="tatiana palacios" userId="3cb085085ed44d29" providerId="LiveId" clId="{E8F264A4-F950-446F-8A83-18451A428B83}" dt="2026-06-23T03:36:25.368" v="680" actId="26606"/>
          <ac:spMkLst>
            <pc:docMk/>
            <pc:sldMk cId="1147427069" sldId="263"/>
            <ac:spMk id="37" creationId="{5E791F2F-79DB-4CC0-9FA1-001E3E91E8B7}"/>
          </ac:spMkLst>
        </pc:spChg>
        <pc:spChg chg="add">
          <ac:chgData name="tatiana palacios" userId="3cb085085ed44d29" providerId="LiveId" clId="{E8F264A4-F950-446F-8A83-18451A428B83}" dt="2026-06-23T03:36:31.045" v="683" actId="26606"/>
          <ac:spMkLst>
            <pc:docMk/>
            <pc:sldMk cId="1147427069" sldId="263"/>
            <ac:spMk id="38" creationId="{C1A2385B-1D2A-4E17-84FA-6CB7F0AAE473}"/>
          </ac:spMkLst>
        </pc:spChg>
        <pc:spChg chg="add">
          <ac:chgData name="tatiana palacios" userId="3cb085085ed44d29" providerId="LiveId" clId="{E8F264A4-F950-446F-8A83-18451A428B83}" dt="2026-06-23T03:36:31.045" v="683" actId="26606"/>
          <ac:spMkLst>
            <pc:docMk/>
            <pc:sldMk cId="1147427069" sldId="263"/>
            <ac:spMk id="39" creationId="{5E791F2F-79DB-4CC0-9FA1-001E3E91E8B7}"/>
          </ac:spMkLst>
        </pc:spChg>
        <pc:graphicFrameChg chg="add mod modGraphic">
          <ac:chgData name="tatiana palacios" userId="3cb085085ed44d29" providerId="LiveId" clId="{E8F264A4-F950-446F-8A83-18451A428B83}" dt="2026-06-23T03:36:31.045" v="683" actId="26606"/>
          <ac:graphicFrameMkLst>
            <pc:docMk/>
            <pc:sldMk cId="1147427069" sldId="263"/>
            <ac:graphicFrameMk id="5" creationId="{46D3EB11-DFB4-1DC4-8E43-6644D59FC12F}"/>
          </ac:graphicFrameMkLst>
        </pc:graphicFrameChg>
        <pc:picChg chg="add mod ord">
          <ac:chgData name="tatiana palacios" userId="3cb085085ed44d29" providerId="LiveId" clId="{E8F264A4-F950-446F-8A83-18451A428B83}" dt="2026-06-23T03:36:04.917" v="678" actId="26606"/>
          <ac:picMkLst>
            <pc:docMk/>
            <pc:sldMk cId="1147427069" sldId="263"/>
            <ac:picMk id="7" creationId="{B198AF01-07E1-015A-DB1B-6FD87ECFD8AE}"/>
          </ac:picMkLst>
        </pc:picChg>
        <pc:picChg chg="add del">
          <ac:chgData name="tatiana palacios" userId="3cb085085ed44d29" providerId="LiveId" clId="{E8F264A4-F950-446F-8A83-18451A428B83}" dt="2026-06-23T03:35:55.627" v="675" actId="26606"/>
          <ac:picMkLst>
            <pc:docMk/>
            <pc:sldMk cId="1147427069" sldId="263"/>
            <ac:picMk id="14" creationId="{0CCD97F3-1E0B-466D-8FE2-E56C12B2D791}"/>
          </ac:picMkLst>
        </pc:picChg>
      </pc:sldChg>
      <pc:sldChg chg="addSp delSp modSp new mod setBg">
        <pc:chgData name="tatiana palacios" userId="3cb085085ed44d29" providerId="LiveId" clId="{E8F264A4-F950-446F-8A83-18451A428B83}" dt="2026-06-23T04:17:30.073" v="743" actId="1076"/>
        <pc:sldMkLst>
          <pc:docMk/>
          <pc:sldMk cId="2347539330" sldId="264"/>
        </pc:sldMkLst>
        <pc:spChg chg="mod">
          <ac:chgData name="tatiana palacios" userId="3cb085085ed44d29" providerId="LiveId" clId="{E8F264A4-F950-446F-8A83-18451A428B83}" dt="2026-06-23T03:44:29.867" v="710" actId="26606"/>
          <ac:spMkLst>
            <pc:docMk/>
            <pc:sldMk cId="2347539330" sldId="264"/>
            <ac:spMk id="2" creationId="{66287B41-5ED4-7BBD-1111-6B4DD12FDD35}"/>
          </ac:spMkLst>
        </pc:spChg>
        <pc:spChg chg="mod">
          <ac:chgData name="tatiana palacios" userId="3cb085085ed44d29" providerId="LiveId" clId="{E8F264A4-F950-446F-8A83-18451A428B83}" dt="2026-06-23T03:46:04.777" v="732" actId="1076"/>
          <ac:spMkLst>
            <pc:docMk/>
            <pc:sldMk cId="2347539330" sldId="264"/>
            <ac:spMk id="3" creationId="{E7369C90-EAD9-4091-294B-233A3F74C2D2}"/>
          </ac:spMkLst>
        </pc:spChg>
        <pc:spChg chg="mod ord">
          <ac:chgData name="tatiana palacios" userId="3cb085085ed44d29" providerId="LiveId" clId="{E8F264A4-F950-446F-8A83-18451A428B83}" dt="2026-06-23T03:44:29.867" v="710" actId="26606"/>
          <ac:spMkLst>
            <pc:docMk/>
            <pc:sldMk cId="2347539330" sldId="264"/>
            <ac:spMk id="4" creationId="{629F145F-0EB9-53A4-45A3-32FE5FB8BB68}"/>
          </ac:spMkLst>
        </pc:spChg>
        <pc:spChg chg="add mod">
          <ac:chgData name="tatiana palacios" userId="3cb085085ed44d29" providerId="LiveId" clId="{E8F264A4-F950-446F-8A83-18451A428B83}" dt="2026-06-23T04:17:30.073" v="743" actId="1076"/>
          <ac:spMkLst>
            <pc:docMk/>
            <pc:sldMk cId="2347539330" sldId="264"/>
            <ac:spMk id="10" creationId="{4F94A55D-2007-6547-B198-AF128DD8BE66}"/>
          </ac:spMkLst>
        </pc:spChg>
        <pc:spChg chg="add del">
          <ac:chgData name="tatiana palacios" userId="3cb085085ed44d29" providerId="LiveId" clId="{E8F264A4-F950-446F-8A83-18451A428B83}" dt="2026-06-23T03:43:51.642" v="700" actId="26606"/>
          <ac:spMkLst>
            <pc:docMk/>
            <pc:sldMk cId="2347539330" sldId="264"/>
            <ac:spMk id="11" creationId="{0B9EE3F3-89B7-43C3-8651-C4C96830993D}"/>
          </ac:spMkLst>
        </pc:spChg>
        <pc:spChg chg="add del">
          <ac:chgData name="tatiana palacios" userId="3cb085085ed44d29" providerId="LiveId" clId="{E8F264A4-F950-446F-8A83-18451A428B83}" dt="2026-06-23T03:43:51.642" v="700" actId="26606"/>
          <ac:spMkLst>
            <pc:docMk/>
            <pc:sldMk cId="2347539330" sldId="264"/>
            <ac:spMk id="13" creationId="{33AE4636-AEEC-45D6-84D4-7AC2DA48ECF8}"/>
          </ac:spMkLst>
        </pc:spChg>
        <pc:spChg chg="add del">
          <ac:chgData name="tatiana palacios" userId="3cb085085ed44d29" providerId="LiveId" clId="{E8F264A4-F950-446F-8A83-18451A428B83}" dt="2026-06-23T03:43:51.642" v="700" actId="26606"/>
          <ac:spMkLst>
            <pc:docMk/>
            <pc:sldMk cId="2347539330" sldId="264"/>
            <ac:spMk id="15" creationId="{8D9CE0F4-2EB2-4F1F-8AAC-DB3571D9FE10}"/>
          </ac:spMkLst>
        </pc:spChg>
        <pc:spChg chg="add del">
          <ac:chgData name="tatiana palacios" userId="3cb085085ed44d29" providerId="LiveId" clId="{E8F264A4-F950-446F-8A83-18451A428B83}" dt="2026-06-23T03:44:12.487" v="708" actId="26606"/>
          <ac:spMkLst>
            <pc:docMk/>
            <pc:sldMk cId="2347539330" sldId="264"/>
            <ac:spMk id="19" creationId="{2C1BBA94-3F40-40AA-8BB9-E69E25E537C1}"/>
          </ac:spMkLst>
        </pc:spChg>
        <pc:spChg chg="add del">
          <ac:chgData name="tatiana palacios" userId="3cb085085ed44d29" providerId="LiveId" clId="{E8F264A4-F950-446F-8A83-18451A428B83}" dt="2026-06-23T03:44:02.511" v="704" actId="26606"/>
          <ac:spMkLst>
            <pc:docMk/>
            <pc:sldMk cId="2347539330" sldId="264"/>
            <ac:spMk id="20" creationId="{0B9EE3F3-89B7-43C3-8651-C4C96830993D}"/>
          </ac:spMkLst>
        </pc:spChg>
        <pc:spChg chg="add del">
          <ac:chgData name="tatiana palacios" userId="3cb085085ed44d29" providerId="LiveId" clId="{E8F264A4-F950-446F-8A83-18451A428B83}" dt="2026-06-23T03:44:02.511" v="704" actId="26606"/>
          <ac:spMkLst>
            <pc:docMk/>
            <pc:sldMk cId="2347539330" sldId="264"/>
            <ac:spMk id="21" creationId="{33AE4636-AEEC-45D6-84D4-7AC2DA48ECF8}"/>
          </ac:spMkLst>
        </pc:spChg>
        <pc:spChg chg="add del">
          <ac:chgData name="tatiana palacios" userId="3cb085085ed44d29" providerId="LiveId" clId="{E8F264A4-F950-446F-8A83-18451A428B83}" dt="2026-06-23T03:44:02.511" v="704" actId="26606"/>
          <ac:spMkLst>
            <pc:docMk/>
            <pc:sldMk cId="2347539330" sldId="264"/>
            <ac:spMk id="22" creationId="{8D9CE0F4-2EB2-4F1F-8AAC-DB3571D9FE10}"/>
          </ac:spMkLst>
        </pc:spChg>
        <pc:spChg chg="add del">
          <ac:chgData name="tatiana palacios" userId="3cb085085ed44d29" providerId="LiveId" clId="{E8F264A4-F950-446F-8A83-18451A428B83}" dt="2026-06-23T03:44:12.487" v="708" actId="26606"/>
          <ac:spMkLst>
            <pc:docMk/>
            <pc:sldMk cId="2347539330" sldId="264"/>
            <ac:spMk id="27" creationId="{DBC6133C-0615-4CE4-9132-37E609A9BDFA}"/>
          </ac:spMkLst>
        </pc:spChg>
        <pc:spChg chg="add del">
          <ac:chgData name="tatiana palacios" userId="3cb085085ed44d29" providerId="LiveId" clId="{E8F264A4-F950-446F-8A83-18451A428B83}" dt="2026-06-23T03:44:12.487" v="708" actId="26606"/>
          <ac:spMkLst>
            <pc:docMk/>
            <pc:sldMk cId="2347539330" sldId="264"/>
            <ac:spMk id="28" creationId="{169CC832-2974-4E8D-90ED-3E2941BA7336}"/>
          </ac:spMkLst>
        </pc:spChg>
        <pc:spChg chg="add del">
          <ac:chgData name="tatiana palacios" userId="3cb085085ed44d29" providerId="LiveId" clId="{E8F264A4-F950-446F-8A83-18451A428B83}" dt="2026-06-23T03:44:12.487" v="708" actId="26606"/>
          <ac:spMkLst>
            <pc:docMk/>
            <pc:sldMk cId="2347539330" sldId="264"/>
            <ac:spMk id="29" creationId="{55222F96-971A-4F90-B841-6BAB416C7AC1}"/>
          </ac:spMkLst>
        </pc:spChg>
        <pc:spChg chg="add del">
          <ac:chgData name="tatiana palacios" userId="3cb085085ed44d29" providerId="LiveId" clId="{E8F264A4-F950-446F-8A83-18451A428B83}" dt="2026-06-23T03:44:12.487" v="708" actId="26606"/>
          <ac:spMkLst>
            <pc:docMk/>
            <pc:sldMk cId="2347539330" sldId="264"/>
            <ac:spMk id="30" creationId="{08980754-6F4B-43C9-B9BE-127B6BED6586}"/>
          </ac:spMkLst>
        </pc:spChg>
        <pc:grpChg chg="add del">
          <ac:chgData name="tatiana palacios" userId="3cb085085ed44d29" providerId="LiveId" clId="{E8F264A4-F950-446F-8A83-18451A428B83}" dt="2026-06-23T03:44:29.867" v="710" actId="26606"/>
          <ac:grpSpMkLst>
            <pc:docMk/>
            <pc:sldMk cId="2347539330" sldId="264"/>
            <ac:grpSpMk id="8" creationId="{31C49F18-8757-4E87-5C2E-9D6D7B82BA3B}"/>
          </ac:grpSpMkLst>
        </pc:grpChg>
        <pc:grpChg chg="add del">
          <ac:chgData name="tatiana palacios" userId="3cb085085ed44d29" providerId="LiveId" clId="{E8F264A4-F950-446F-8A83-18451A428B83}" dt="2026-06-23T03:43:55.479" v="702" actId="26606"/>
          <ac:grpSpMkLst>
            <pc:docMk/>
            <pc:sldMk cId="2347539330" sldId="264"/>
            <ac:grpSpMk id="17" creationId="{31C49F18-8757-4E87-5C2E-9D6D7B82BA3B}"/>
          </ac:grpSpMkLst>
        </pc:grpChg>
        <pc:grpChg chg="add del">
          <ac:chgData name="tatiana palacios" userId="3cb085085ed44d29" providerId="LiveId" clId="{E8F264A4-F950-446F-8A83-18451A428B83}" dt="2026-06-23T03:44:07.687" v="706" actId="26606"/>
          <ac:grpSpMkLst>
            <pc:docMk/>
            <pc:sldMk cId="2347539330" sldId="264"/>
            <ac:grpSpMk id="24" creationId="{31C49F18-8757-4E87-5C2E-9D6D7B82BA3B}"/>
          </ac:grpSpMkLst>
        </pc:grpChg>
        <pc:picChg chg="add mod ord">
          <ac:chgData name="tatiana palacios" userId="3cb085085ed44d29" providerId="LiveId" clId="{E8F264A4-F950-446F-8A83-18451A428B83}" dt="2026-06-23T03:45:10.215" v="718" actId="1076"/>
          <ac:picMkLst>
            <pc:docMk/>
            <pc:sldMk cId="2347539330" sldId="264"/>
            <ac:picMk id="6" creationId="{3311EDAB-2D1B-D55D-4D9F-CB8CCC5C385B}"/>
          </ac:picMkLst>
        </pc:picChg>
      </pc:sldChg>
      <pc:sldChg chg="modSp new del">
        <pc:chgData name="tatiana palacios" userId="3cb085085ed44d29" providerId="LiveId" clId="{E8F264A4-F950-446F-8A83-18451A428B83}" dt="2026-06-22T23:29:13.038" v="25" actId="47"/>
        <pc:sldMkLst>
          <pc:docMk/>
          <pc:sldMk cId="12131913" sldId="265"/>
        </pc:sldMkLst>
        <pc:spChg chg="mod">
          <ac:chgData name="tatiana palacios" userId="3cb085085ed44d29" providerId="LiveId" clId="{E8F264A4-F950-446F-8A83-18451A428B83}" dt="2026-06-22T23:29:10.906" v="24"/>
          <ac:spMkLst>
            <pc:docMk/>
            <pc:sldMk cId="12131913" sldId="265"/>
            <ac:spMk id="2" creationId="{27DF0935-73B5-1FB6-240C-5A445CBFFA10}"/>
          </ac:spMkLst>
        </pc:spChg>
      </pc:sldChg>
      <pc:sldChg chg="modSp new mod">
        <pc:chgData name="tatiana palacios" userId="3cb085085ed44d29" providerId="LiveId" clId="{E8F264A4-F950-446F-8A83-18451A428B83}" dt="2026-06-23T04:26:12.648" v="774" actId="1076"/>
        <pc:sldMkLst>
          <pc:docMk/>
          <pc:sldMk cId="2504575880" sldId="265"/>
        </pc:sldMkLst>
        <pc:spChg chg="mod">
          <ac:chgData name="tatiana palacios" userId="3cb085085ed44d29" providerId="LiveId" clId="{E8F264A4-F950-446F-8A83-18451A428B83}" dt="2026-06-23T04:26:07.953" v="773" actId="20577"/>
          <ac:spMkLst>
            <pc:docMk/>
            <pc:sldMk cId="2504575880" sldId="265"/>
            <ac:spMk id="2" creationId="{C55298B4-581F-64DF-87ED-5291B9DD6F86}"/>
          </ac:spMkLst>
        </pc:spChg>
        <pc:spChg chg="mod">
          <ac:chgData name="tatiana palacios" userId="3cb085085ed44d29" providerId="LiveId" clId="{E8F264A4-F950-446F-8A83-18451A428B83}" dt="2026-06-23T04:26:12.648" v="774" actId="1076"/>
          <ac:spMkLst>
            <pc:docMk/>
            <pc:sldMk cId="2504575880" sldId="265"/>
            <ac:spMk id="3" creationId="{E7C41288-EF44-623F-2B8D-D4AE30566DD2}"/>
          </ac:spMkLst>
        </pc:spChg>
      </pc:sldChg>
      <pc:sldChg chg="addSp delSp modSp new mod setBg">
        <pc:chgData name="tatiana palacios" userId="3cb085085ed44d29" providerId="LiveId" clId="{E8F264A4-F950-446F-8A83-18451A428B83}" dt="2026-06-22T23:31:42.645" v="41" actId="26606"/>
        <pc:sldMkLst>
          <pc:docMk/>
          <pc:sldMk cId="629111346" sldId="266"/>
        </pc:sldMkLst>
        <pc:spChg chg="mod">
          <ac:chgData name="tatiana palacios" userId="3cb085085ed44d29" providerId="LiveId" clId="{E8F264A4-F950-446F-8A83-18451A428B83}" dt="2026-06-22T23:31:42.645" v="41" actId="26606"/>
          <ac:spMkLst>
            <pc:docMk/>
            <pc:sldMk cId="629111346" sldId="266"/>
            <ac:spMk id="2" creationId="{5AEFCE4E-D551-242F-6C9A-85311A94E1EB}"/>
          </ac:spMkLst>
        </pc:spChg>
        <pc:spChg chg="del">
          <ac:chgData name="tatiana palacios" userId="3cb085085ed44d29" providerId="LiveId" clId="{E8F264A4-F950-446F-8A83-18451A428B83}" dt="2026-06-22T23:31:42.645" v="41" actId="26606"/>
          <ac:spMkLst>
            <pc:docMk/>
            <pc:sldMk cId="629111346" sldId="266"/>
            <ac:spMk id="3" creationId="{870C3BF6-6E00-DBD4-80DA-D4F442E03F44}"/>
          </ac:spMkLst>
        </pc:spChg>
        <pc:spChg chg="mod">
          <ac:chgData name="tatiana palacios" userId="3cb085085ed44d29" providerId="LiveId" clId="{E8F264A4-F950-446F-8A83-18451A428B83}" dt="2026-06-22T23:31:42.645" v="41" actId="26606"/>
          <ac:spMkLst>
            <pc:docMk/>
            <pc:sldMk cId="629111346" sldId="266"/>
            <ac:spMk id="4" creationId="{4313FB5B-F5F5-508A-EF2E-A3788CD52EDC}"/>
          </ac:spMkLst>
        </pc:spChg>
        <pc:spChg chg="add">
          <ac:chgData name="tatiana palacios" userId="3cb085085ed44d29" providerId="LiveId" clId="{E8F264A4-F950-446F-8A83-18451A428B83}" dt="2026-06-22T23:31:42.645" v="41" actId="26606"/>
          <ac:spMkLst>
            <pc:docMk/>
            <pc:sldMk cId="629111346" sldId="266"/>
            <ac:spMk id="11" creationId="{A3363022-C969-41E9-8EB2-E4C94908C1FA}"/>
          </ac:spMkLst>
        </pc:spChg>
        <pc:spChg chg="add">
          <ac:chgData name="tatiana palacios" userId="3cb085085ed44d29" providerId="LiveId" clId="{E8F264A4-F950-446F-8A83-18451A428B83}" dt="2026-06-22T23:31:42.645" v="41" actId="26606"/>
          <ac:spMkLst>
            <pc:docMk/>
            <pc:sldMk cId="629111346" sldId="266"/>
            <ac:spMk id="13" creationId="{8D1AD6B3-BE88-4CEB-BA17-790657CC4729}"/>
          </ac:spMkLst>
        </pc:spChg>
        <pc:grpChg chg="add">
          <ac:chgData name="tatiana palacios" userId="3cb085085ed44d29" providerId="LiveId" clId="{E8F264A4-F950-446F-8A83-18451A428B83}" dt="2026-06-22T23:31:42.645" v="41" actId="26606"/>
          <ac:grpSpMkLst>
            <pc:docMk/>
            <pc:sldMk cId="629111346" sldId="266"/>
            <ac:grpSpMk id="15" creationId="{89D1390B-7E13-4B4F-9CB2-391063412E54}"/>
          </ac:grpSpMkLst>
        </pc:grpChg>
        <pc:picChg chg="add">
          <ac:chgData name="tatiana palacios" userId="3cb085085ed44d29" providerId="LiveId" clId="{E8F264A4-F950-446F-8A83-18451A428B83}" dt="2026-06-22T23:31:42.645" v="41" actId="26606"/>
          <ac:picMkLst>
            <pc:docMk/>
            <pc:sldMk cId="629111346" sldId="266"/>
            <ac:picMk id="8" creationId="{7B211A86-1538-7319-7F24-8FE2E9C6BBEF}"/>
          </ac:picMkLst>
        </pc:picChg>
      </pc:sldChg>
      <pc:sldChg chg="addSp delSp modSp new del mod">
        <pc:chgData name="tatiana palacios" userId="3cb085085ed44d29" providerId="LiveId" clId="{E8F264A4-F950-446F-8A83-18451A428B83}" dt="2026-06-23T04:26:26.728" v="775" actId="47"/>
        <pc:sldMkLst>
          <pc:docMk/>
          <pc:sldMk cId="1077279449" sldId="267"/>
        </pc:sldMkLst>
        <pc:spChg chg="del">
          <ac:chgData name="tatiana palacios" userId="3cb085085ed44d29" providerId="LiveId" clId="{E8F264A4-F950-446F-8A83-18451A428B83}" dt="2026-06-22T23:40:04.149" v="124"/>
          <ac:spMkLst>
            <pc:docMk/>
            <pc:sldMk cId="1077279449" sldId="267"/>
            <ac:spMk id="2" creationId="{55394576-CCB3-9DE8-3F24-E8D64FC735B9}"/>
          </ac:spMkLst>
        </pc:spChg>
        <pc:spChg chg="mod">
          <ac:chgData name="tatiana palacios" userId="3cb085085ed44d29" providerId="LiveId" clId="{E8F264A4-F950-446F-8A83-18451A428B83}" dt="2026-06-22T23:42:14.725" v="143" actId="403"/>
          <ac:spMkLst>
            <pc:docMk/>
            <pc:sldMk cId="1077279449" sldId="267"/>
            <ac:spMk id="3" creationId="{434CDCD7-0EDE-3623-7285-B821E57EFAAD}"/>
          </ac:spMkLst>
        </pc:spChg>
        <pc:spChg chg="add mod">
          <ac:chgData name="tatiana palacios" userId="3cb085085ed44d29" providerId="LiveId" clId="{E8F264A4-F950-446F-8A83-18451A428B83}" dt="2026-06-22T23:42:30.189" v="147" actId="14100"/>
          <ac:spMkLst>
            <pc:docMk/>
            <pc:sldMk cId="1077279449" sldId="267"/>
            <ac:spMk id="6" creationId="{2571604F-454C-62BA-55A6-95832189343F}"/>
          </ac:spMkLst>
        </pc:spChg>
        <pc:spChg chg="add mod ord">
          <ac:chgData name="tatiana palacios" userId="3cb085085ed44d29" providerId="LiveId" clId="{E8F264A4-F950-446F-8A83-18451A428B83}" dt="2026-06-22T23:42:40.302" v="149" actId="14100"/>
          <ac:spMkLst>
            <pc:docMk/>
            <pc:sldMk cId="1077279449" sldId="267"/>
            <ac:spMk id="7" creationId="{78C71C1F-9D0B-744E-5B93-E140BE1C1A55}"/>
          </ac:spMkLst>
        </pc:spChg>
        <pc:picChg chg="add mod">
          <ac:chgData name="tatiana palacios" userId="3cb085085ed44d29" providerId="LiveId" clId="{E8F264A4-F950-446F-8A83-18451A428B83}" dt="2026-06-22T23:42:47.384" v="150" actId="1076"/>
          <ac:picMkLst>
            <pc:docMk/>
            <pc:sldMk cId="1077279449" sldId="267"/>
            <ac:picMk id="5" creationId="{4ABD0086-3078-58F0-AE64-DD6DF3DFCA10}"/>
          </ac:picMkLst>
        </pc:picChg>
      </pc:sldChg>
      <pc:sldChg chg="addSp delSp modSp new mod setBg">
        <pc:chgData name="tatiana palacios" userId="3cb085085ed44d29" providerId="LiveId" clId="{E8F264A4-F950-446F-8A83-18451A428B83}" dt="2026-06-23T01:37:28.185" v="514" actId="14100"/>
        <pc:sldMkLst>
          <pc:docMk/>
          <pc:sldMk cId="124966714" sldId="268"/>
        </pc:sldMkLst>
        <pc:spChg chg="mod">
          <ac:chgData name="tatiana palacios" userId="3cb085085ed44d29" providerId="LiveId" clId="{E8F264A4-F950-446F-8A83-18451A428B83}" dt="2026-06-23T01:36:59.339" v="507" actId="1076"/>
          <ac:spMkLst>
            <pc:docMk/>
            <pc:sldMk cId="124966714" sldId="268"/>
            <ac:spMk id="2" creationId="{13FF6ECB-5740-9AFF-B304-8360DDC01D90}"/>
          </ac:spMkLst>
        </pc:spChg>
        <pc:spChg chg="mod ord">
          <ac:chgData name="tatiana palacios" userId="3cb085085ed44d29" providerId="LiveId" clId="{E8F264A4-F950-446F-8A83-18451A428B83}" dt="2026-06-23T01:35:40.934" v="494" actId="27636"/>
          <ac:spMkLst>
            <pc:docMk/>
            <pc:sldMk cId="124966714" sldId="268"/>
            <ac:spMk id="3" creationId="{07A50B1E-F324-565F-4700-45B2A0068FD7}"/>
          </ac:spMkLst>
        </pc:spChg>
        <pc:spChg chg="mod ord">
          <ac:chgData name="tatiana palacios" userId="3cb085085ed44d29" providerId="LiveId" clId="{E8F264A4-F950-446F-8A83-18451A428B83}" dt="2026-06-23T01:29:29.893" v="419" actId="26606"/>
          <ac:spMkLst>
            <pc:docMk/>
            <pc:sldMk cId="124966714" sldId="268"/>
            <ac:spMk id="4" creationId="{6FD82904-C092-2F8D-2D54-93D72A8F757B}"/>
          </ac:spMkLst>
        </pc:spChg>
        <pc:spChg chg="add del">
          <ac:chgData name="tatiana palacios" userId="3cb085085ed44d29" providerId="LiveId" clId="{E8F264A4-F950-446F-8A83-18451A428B83}" dt="2026-06-23T01:27:31.398" v="392" actId="26606"/>
          <ac:spMkLst>
            <pc:docMk/>
            <pc:sldMk cId="124966714" sldId="268"/>
            <ac:spMk id="12" creationId="{A016CB47-C4D4-4332-9ED0-DBB916252F76}"/>
          </ac:spMkLst>
        </pc:spChg>
        <pc:spChg chg="add del">
          <ac:chgData name="tatiana palacios" userId="3cb085085ed44d29" providerId="LiveId" clId="{E8F264A4-F950-446F-8A83-18451A428B83}" dt="2026-06-23T01:27:31.398" v="392" actId="26606"/>
          <ac:spMkLst>
            <pc:docMk/>
            <pc:sldMk cId="124966714" sldId="268"/>
            <ac:spMk id="13" creationId="{95C8260E-968F-44E8-A823-ABB431311926}"/>
          </ac:spMkLst>
        </pc:spChg>
        <pc:spChg chg="add del">
          <ac:chgData name="tatiana palacios" userId="3cb085085ed44d29" providerId="LiveId" clId="{E8F264A4-F950-446F-8A83-18451A428B83}" dt="2026-06-23T01:27:31.398" v="392" actId="26606"/>
          <ac:spMkLst>
            <pc:docMk/>
            <pc:sldMk cId="124966714" sldId="268"/>
            <ac:spMk id="14" creationId="{2C1BBA94-3F40-40AA-8BB9-E69E25E537C1}"/>
          </ac:spMkLst>
        </pc:spChg>
        <pc:spChg chg="add del">
          <ac:chgData name="tatiana palacios" userId="3cb085085ed44d29" providerId="LiveId" clId="{E8F264A4-F950-446F-8A83-18451A428B83}" dt="2026-06-23T01:26:42.980" v="382" actId="26606"/>
          <ac:spMkLst>
            <pc:docMk/>
            <pc:sldMk cId="124966714" sldId="268"/>
            <ac:spMk id="15" creationId="{6F209EA8-3A96-D3E7-D7E9-CC5422FBCE96}"/>
          </ac:spMkLst>
        </pc:spChg>
        <pc:spChg chg="add del">
          <ac:chgData name="tatiana palacios" userId="3cb085085ed44d29" providerId="LiveId" clId="{E8F264A4-F950-446F-8A83-18451A428B83}" dt="2026-06-23T01:27:31.398" v="392" actId="26606"/>
          <ac:spMkLst>
            <pc:docMk/>
            <pc:sldMk cId="124966714" sldId="268"/>
            <ac:spMk id="16" creationId="{FE43805F-24A6-46A4-B19B-54F28347355C}"/>
          </ac:spMkLst>
        </pc:spChg>
        <pc:spChg chg="add del">
          <ac:chgData name="tatiana palacios" userId="3cb085085ed44d29" providerId="LiveId" clId="{E8F264A4-F950-446F-8A83-18451A428B83}" dt="2026-06-23T01:27:34.716" v="394" actId="26606"/>
          <ac:spMkLst>
            <pc:docMk/>
            <pc:sldMk cId="124966714" sldId="268"/>
            <ac:spMk id="18" creationId="{B97D942E-09EF-4107-98F4-74DB7F72D5EA}"/>
          </ac:spMkLst>
        </pc:spChg>
        <pc:spChg chg="add del">
          <ac:chgData name="tatiana palacios" userId="3cb085085ed44d29" providerId="LiveId" clId="{E8F264A4-F950-446F-8A83-18451A428B83}" dt="2026-06-23T01:26:46.234" v="384" actId="26606"/>
          <ac:spMkLst>
            <pc:docMk/>
            <pc:sldMk cId="124966714" sldId="268"/>
            <ac:spMk id="19" creationId="{34D85B6A-FF18-4EFD-BD23-77FDE89EC5A0}"/>
          </ac:spMkLst>
        </pc:spChg>
        <pc:spChg chg="add del">
          <ac:chgData name="tatiana palacios" userId="3cb085085ed44d29" providerId="LiveId" clId="{E8F264A4-F950-446F-8A83-18451A428B83}" dt="2026-06-23T01:26:46.234" v="384" actId="26606"/>
          <ac:spMkLst>
            <pc:docMk/>
            <pc:sldMk cId="124966714" sldId="268"/>
            <ac:spMk id="20" creationId="{E8AAB596-4870-4D7C-9F51-06F1F7367CCD}"/>
          </ac:spMkLst>
        </pc:spChg>
        <pc:spChg chg="add del">
          <ac:chgData name="tatiana palacios" userId="3cb085085ed44d29" providerId="LiveId" clId="{E8F264A4-F950-446F-8A83-18451A428B83}" dt="2026-06-23T01:27:10.942" v="390" actId="26606"/>
          <ac:spMkLst>
            <pc:docMk/>
            <pc:sldMk cId="124966714" sldId="268"/>
            <ac:spMk id="21" creationId="{FE43805F-24A6-46A4-B19B-54F28347355C}"/>
          </ac:spMkLst>
        </pc:spChg>
        <pc:spChg chg="add del">
          <ac:chgData name="tatiana palacios" userId="3cb085085ed44d29" providerId="LiveId" clId="{E8F264A4-F950-446F-8A83-18451A428B83}" dt="2026-06-23T01:27:34.716" v="394" actId="26606"/>
          <ac:spMkLst>
            <pc:docMk/>
            <pc:sldMk cId="124966714" sldId="268"/>
            <ac:spMk id="23" creationId="{95C8260E-968F-44E8-A823-ABB431311926}"/>
          </ac:spMkLst>
        </pc:spChg>
        <pc:spChg chg="add del">
          <ac:chgData name="tatiana palacios" userId="3cb085085ed44d29" providerId="LiveId" clId="{E8F264A4-F950-446F-8A83-18451A428B83}" dt="2026-06-23T01:26:53.214" v="388" actId="26606"/>
          <ac:spMkLst>
            <pc:docMk/>
            <pc:sldMk cId="124966714" sldId="268"/>
            <ac:spMk id="24" creationId="{E698F7DB-50DA-4359-AB57-E3DA492A0074}"/>
          </ac:spMkLst>
        </pc:spChg>
        <pc:spChg chg="add del">
          <ac:chgData name="tatiana palacios" userId="3cb085085ed44d29" providerId="LiveId" clId="{E8F264A4-F950-446F-8A83-18451A428B83}" dt="2026-06-23T01:26:53.214" v="388" actId="26606"/>
          <ac:spMkLst>
            <pc:docMk/>
            <pc:sldMk cId="124966714" sldId="268"/>
            <ac:spMk id="25" creationId="{640B2599-8958-480A-B5BB-A76A74D7084C}"/>
          </ac:spMkLst>
        </pc:spChg>
        <pc:spChg chg="add del">
          <ac:chgData name="tatiana palacios" userId="3cb085085ed44d29" providerId="LiveId" clId="{E8F264A4-F950-446F-8A83-18451A428B83}" dt="2026-06-23T01:27:34.716" v="394" actId="26606"/>
          <ac:spMkLst>
            <pc:docMk/>
            <pc:sldMk cId="124966714" sldId="268"/>
            <ac:spMk id="26" creationId="{2C1BBA94-3F40-40AA-8BB9-E69E25E537C1}"/>
          </ac:spMkLst>
        </pc:spChg>
        <pc:spChg chg="add del">
          <ac:chgData name="tatiana palacios" userId="3cb085085ed44d29" providerId="LiveId" clId="{E8F264A4-F950-446F-8A83-18451A428B83}" dt="2026-06-23T01:27:10.942" v="390" actId="26606"/>
          <ac:spMkLst>
            <pc:docMk/>
            <pc:sldMk cId="124966714" sldId="268"/>
            <ac:spMk id="27" creationId="{A016CB47-C4D4-4332-9ED0-DBB916252F76}"/>
          </ac:spMkLst>
        </pc:spChg>
        <pc:spChg chg="add del">
          <ac:chgData name="tatiana palacios" userId="3cb085085ed44d29" providerId="LiveId" clId="{E8F264A4-F950-446F-8A83-18451A428B83}" dt="2026-06-23T01:27:10.942" v="390" actId="26606"/>
          <ac:spMkLst>
            <pc:docMk/>
            <pc:sldMk cId="124966714" sldId="268"/>
            <ac:spMk id="28" creationId="{95C8260E-968F-44E8-A823-ABB431311926}"/>
          </ac:spMkLst>
        </pc:spChg>
        <pc:spChg chg="add del">
          <ac:chgData name="tatiana palacios" userId="3cb085085ed44d29" providerId="LiveId" clId="{E8F264A4-F950-446F-8A83-18451A428B83}" dt="2026-06-23T01:27:10.942" v="390" actId="26606"/>
          <ac:spMkLst>
            <pc:docMk/>
            <pc:sldMk cId="124966714" sldId="268"/>
            <ac:spMk id="29" creationId="{2C1BBA94-3F40-40AA-8BB9-E69E25E537C1}"/>
          </ac:spMkLst>
        </pc:spChg>
        <pc:spChg chg="add del">
          <ac:chgData name="tatiana palacios" userId="3cb085085ed44d29" providerId="LiveId" clId="{E8F264A4-F950-446F-8A83-18451A428B83}" dt="2026-06-23T01:27:34.716" v="394" actId="26606"/>
          <ac:spMkLst>
            <pc:docMk/>
            <pc:sldMk cId="124966714" sldId="268"/>
            <ac:spMk id="30" creationId="{FE43805F-24A6-46A4-B19B-54F28347355C}"/>
          </ac:spMkLst>
        </pc:spChg>
        <pc:spChg chg="add del">
          <ac:chgData name="tatiana palacios" userId="3cb085085ed44d29" providerId="LiveId" clId="{E8F264A4-F950-446F-8A83-18451A428B83}" dt="2026-06-23T01:29:29.893" v="419" actId="26606"/>
          <ac:spMkLst>
            <pc:docMk/>
            <pc:sldMk cId="124966714" sldId="268"/>
            <ac:spMk id="31" creationId="{B97D942E-09EF-4107-98F4-74DB7F72D5EA}"/>
          </ac:spMkLst>
        </pc:spChg>
        <pc:spChg chg="add del">
          <ac:chgData name="tatiana palacios" userId="3cb085085ed44d29" providerId="LiveId" clId="{E8F264A4-F950-446F-8A83-18451A428B83}" dt="2026-06-23T01:27:37.608" v="396" actId="26606"/>
          <ac:spMkLst>
            <pc:docMk/>
            <pc:sldMk cId="124966714" sldId="268"/>
            <ac:spMk id="32" creationId="{A016CB47-C4D4-4332-9ED0-DBB916252F76}"/>
          </ac:spMkLst>
        </pc:spChg>
        <pc:spChg chg="add del">
          <ac:chgData name="tatiana palacios" userId="3cb085085ed44d29" providerId="LiveId" clId="{E8F264A4-F950-446F-8A83-18451A428B83}" dt="2026-06-23T01:27:37.608" v="396" actId="26606"/>
          <ac:spMkLst>
            <pc:docMk/>
            <pc:sldMk cId="124966714" sldId="268"/>
            <ac:spMk id="33" creationId="{95C8260E-968F-44E8-A823-ABB431311926}"/>
          </ac:spMkLst>
        </pc:spChg>
        <pc:spChg chg="add del">
          <ac:chgData name="tatiana palacios" userId="3cb085085ed44d29" providerId="LiveId" clId="{E8F264A4-F950-446F-8A83-18451A428B83}" dt="2026-06-23T01:27:37.608" v="396" actId="26606"/>
          <ac:spMkLst>
            <pc:docMk/>
            <pc:sldMk cId="124966714" sldId="268"/>
            <ac:spMk id="34" creationId="{2C1BBA94-3F40-40AA-8BB9-E69E25E537C1}"/>
          </ac:spMkLst>
        </pc:spChg>
        <pc:spChg chg="add del">
          <ac:chgData name="tatiana palacios" userId="3cb085085ed44d29" providerId="LiveId" clId="{E8F264A4-F950-446F-8A83-18451A428B83}" dt="2026-06-23T01:27:37.608" v="396" actId="26606"/>
          <ac:spMkLst>
            <pc:docMk/>
            <pc:sldMk cId="124966714" sldId="268"/>
            <ac:spMk id="35" creationId="{FE43805F-24A6-46A4-B19B-54F28347355C}"/>
          </ac:spMkLst>
        </pc:spChg>
        <pc:spChg chg="add del">
          <ac:chgData name="tatiana palacios" userId="3cb085085ed44d29" providerId="LiveId" clId="{E8F264A4-F950-446F-8A83-18451A428B83}" dt="2026-06-23T01:29:29.893" v="419" actId="26606"/>
          <ac:spMkLst>
            <pc:docMk/>
            <pc:sldMk cId="124966714" sldId="268"/>
            <ac:spMk id="36" creationId="{95C8260E-968F-44E8-A823-ABB431311926}"/>
          </ac:spMkLst>
        </pc:spChg>
        <pc:spChg chg="add del">
          <ac:chgData name="tatiana palacios" userId="3cb085085ed44d29" providerId="LiveId" clId="{E8F264A4-F950-446F-8A83-18451A428B83}" dt="2026-06-23T01:28:59.177" v="406" actId="26606"/>
          <ac:spMkLst>
            <pc:docMk/>
            <pc:sldMk cId="124966714" sldId="268"/>
            <ac:spMk id="37" creationId="{B97D942E-09EF-4107-98F4-74DB7F72D5EA}"/>
          </ac:spMkLst>
        </pc:spChg>
        <pc:spChg chg="add del">
          <ac:chgData name="tatiana palacios" userId="3cb085085ed44d29" providerId="LiveId" clId="{E8F264A4-F950-446F-8A83-18451A428B83}" dt="2026-06-23T01:28:59.177" v="406" actId="26606"/>
          <ac:spMkLst>
            <pc:docMk/>
            <pc:sldMk cId="124966714" sldId="268"/>
            <ac:spMk id="38" creationId="{95C8260E-968F-44E8-A823-ABB431311926}"/>
          </ac:spMkLst>
        </pc:spChg>
        <pc:spChg chg="add del">
          <ac:chgData name="tatiana palacios" userId="3cb085085ed44d29" providerId="LiveId" clId="{E8F264A4-F950-446F-8A83-18451A428B83}" dt="2026-06-23T01:28:59.177" v="406" actId="26606"/>
          <ac:spMkLst>
            <pc:docMk/>
            <pc:sldMk cId="124966714" sldId="268"/>
            <ac:spMk id="39" creationId="{2C1BBA94-3F40-40AA-8BB9-E69E25E537C1}"/>
          </ac:spMkLst>
        </pc:spChg>
        <pc:spChg chg="add del">
          <ac:chgData name="tatiana palacios" userId="3cb085085ed44d29" providerId="LiveId" clId="{E8F264A4-F950-446F-8A83-18451A428B83}" dt="2026-06-23T01:28:59.177" v="406" actId="26606"/>
          <ac:spMkLst>
            <pc:docMk/>
            <pc:sldMk cId="124966714" sldId="268"/>
            <ac:spMk id="40" creationId="{FE43805F-24A6-46A4-B19B-54F28347355C}"/>
          </ac:spMkLst>
        </pc:spChg>
        <pc:spChg chg="add del">
          <ac:chgData name="tatiana palacios" userId="3cb085085ed44d29" providerId="LiveId" clId="{E8F264A4-F950-446F-8A83-18451A428B83}" dt="2026-06-23T01:29:29.893" v="419" actId="26606"/>
          <ac:spMkLst>
            <pc:docMk/>
            <pc:sldMk cId="124966714" sldId="268"/>
            <ac:spMk id="41" creationId="{2C1BBA94-3F40-40AA-8BB9-E69E25E537C1}"/>
          </ac:spMkLst>
        </pc:spChg>
        <pc:spChg chg="add del">
          <ac:chgData name="tatiana palacios" userId="3cb085085ed44d29" providerId="LiveId" clId="{E8F264A4-F950-446F-8A83-18451A428B83}" dt="2026-06-23T01:29:29.893" v="419" actId="26606"/>
          <ac:spMkLst>
            <pc:docMk/>
            <pc:sldMk cId="124966714" sldId="268"/>
            <ac:spMk id="42" creationId="{FE43805F-24A6-46A4-B19B-54F28347355C}"/>
          </ac:spMkLst>
        </pc:spChg>
        <pc:spChg chg="add del">
          <ac:chgData name="tatiana palacios" userId="3cb085085ed44d29" providerId="LiveId" clId="{E8F264A4-F950-446F-8A83-18451A428B83}" dt="2026-06-23T01:28:48.641" v="399" actId="26606"/>
          <ac:spMkLst>
            <pc:docMk/>
            <pc:sldMk cId="124966714" sldId="268"/>
            <ac:spMk id="45" creationId="{A016CB47-C4D4-4332-9ED0-DBB916252F76}"/>
          </ac:spMkLst>
        </pc:spChg>
        <pc:spChg chg="add del">
          <ac:chgData name="tatiana palacios" userId="3cb085085ed44d29" providerId="LiveId" clId="{E8F264A4-F950-446F-8A83-18451A428B83}" dt="2026-06-23T01:28:48.641" v="399" actId="26606"/>
          <ac:spMkLst>
            <pc:docMk/>
            <pc:sldMk cId="124966714" sldId="268"/>
            <ac:spMk id="47" creationId="{95C8260E-968F-44E8-A823-ABB431311926}"/>
          </ac:spMkLst>
        </pc:spChg>
        <pc:spChg chg="add del">
          <ac:chgData name="tatiana palacios" userId="3cb085085ed44d29" providerId="LiveId" clId="{E8F264A4-F950-446F-8A83-18451A428B83}" dt="2026-06-23T01:28:48.641" v="399" actId="26606"/>
          <ac:spMkLst>
            <pc:docMk/>
            <pc:sldMk cId="124966714" sldId="268"/>
            <ac:spMk id="49" creationId="{2C1BBA94-3F40-40AA-8BB9-E69E25E537C1}"/>
          </ac:spMkLst>
        </pc:spChg>
        <pc:spChg chg="add del">
          <ac:chgData name="tatiana palacios" userId="3cb085085ed44d29" providerId="LiveId" clId="{E8F264A4-F950-446F-8A83-18451A428B83}" dt="2026-06-23T01:28:48.641" v="399" actId="26606"/>
          <ac:spMkLst>
            <pc:docMk/>
            <pc:sldMk cId="124966714" sldId="268"/>
            <ac:spMk id="51" creationId="{FE43805F-24A6-46A4-B19B-54F28347355C}"/>
          </ac:spMkLst>
        </pc:spChg>
        <pc:spChg chg="add del">
          <ac:chgData name="tatiana palacios" userId="3cb085085ed44d29" providerId="LiveId" clId="{E8F264A4-F950-446F-8A83-18451A428B83}" dt="2026-06-23T01:28:51.493" v="401" actId="26606"/>
          <ac:spMkLst>
            <pc:docMk/>
            <pc:sldMk cId="124966714" sldId="268"/>
            <ac:spMk id="53" creationId="{61293230-B0F6-45B1-96D1-13D18E242995}"/>
          </ac:spMkLst>
        </pc:spChg>
        <pc:spChg chg="add del">
          <ac:chgData name="tatiana palacios" userId="3cb085085ed44d29" providerId="LiveId" clId="{E8F264A4-F950-446F-8A83-18451A428B83}" dt="2026-06-23T01:28:51.493" v="401" actId="26606"/>
          <ac:spMkLst>
            <pc:docMk/>
            <pc:sldMk cId="124966714" sldId="268"/>
            <ac:spMk id="54" creationId="{F1E8018D-D29A-4B9D-BF9C-9F4D7BA12343}"/>
          </ac:spMkLst>
        </pc:spChg>
        <pc:spChg chg="add del">
          <ac:chgData name="tatiana palacios" userId="3cb085085ed44d29" providerId="LiveId" clId="{E8F264A4-F950-446F-8A83-18451A428B83}" dt="2026-06-23T01:28:56.386" v="403" actId="26606"/>
          <ac:spMkLst>
            <pc:docMk/>
            <pc:sldMk cId="124966714" sldId="268"/>
            <ac:spMk id="56" creationId="{EA12067D-EF15-4E9F-AA63-B337CED75BED}"/>
          </ac:spMkLst>
        </pc:spChg>
        <pc:spChg chg="add del">
          <ac:chgData name="tatiana palacios" userId="3cb085085ed44d29" providerId="LiveId" clId="{E8F264A4-F950-446F-8A83-18451A428B83}" dt="2026-06-23T01:28:56.386" v="403" actId="26606"/>
          <ac:spMkLst>
            <pc:docMk/>
            <pc:sldMk cId="124966714" sldId="268"/>
            <ac:spMk id="57" creationId="{6C96BA99-464E-4E7D-BA40-1DC3C79699B7}"/>
          </ac:spMkLst>
        </pc:spChg>
        <pc:spChg chg="add del">
          <ac:chgData name="tatiana palacios" userId="3cb085085ed44d29" providerId="LiveId" clId="{E8F264A4-F950-446F-8A83-18451A428B83}" dt="2026-06-23T01:28:56.386" v="403" actId="26606"/>
          <ac:spMkLst>
            <pc:docMk/>
            <pc:sldMk cId="124966714" sldId="268"/>
            <ac:spMk id="59" creationId="{1579AADB-A05D-428E-A1F8-99F0910EE33D}"/>
          </ac:spMkLst>
        </pc:spChg>
        <pc:spChg chg="add del">
          <ac:chgData name="tatiana palacios" userId="3cb085085ed44d29" providerId="LiveId" clId="{E8F264A4-F950-446F-8A83-18451A428B83}" dt="2026-06-23T01:28:58.460" v="405" actId="26606"/>
          <ac:spMkLst>
            <pc:docMk/>
            <pc:sldMk cId="124966714" sldId="268"/>
            <ac:spMk id="61" creationId="{6F209EA8-3A96-D3E7-D7E9-CC5422FBCE96}"/>
          </ac:spMkLst>
        </pc:spChg>
        <pc:picChg chg="add mod ord">
          <ac:chgData name="tatiana palacios" userId="3cb085085ed44d29" providerId="LiveId" clId="{E8F264A4-F950-446F-8A83-18451A428B83}" dt="2026-06-23T01:37:15.213" v="512" actId="1076"/>
          <ac:picMkLst>
            <pc:docMk/>
            <pc:sldMk cId="124966714" sldId="268"/>
            <ac:picMk id="6" creationId="{F16C6F1E-E401-0750-D2AF-33A7DEED6E17}"/>
          </ac:picMkLst>
        </pc:picChg>
        <pc:picChg chg="add mod ord">
          <ac:chgData name="tatiana palacios" userId="3cb085085ed44d29" providerId="LiveId" clId="{E8F264A4-F950-446F-8A83-18451A428B83}" dt="2026-06-23T01:37:28.185" v="514" actId="14100"/>
          <ac:picMkLst>
            <pc:docMk/>
            <pc:sldMk cId="124966714" sldId="268"/>
            <ac:picMk id="8" creationId="{C49FD1F7-EE12-F318-E58D-BB81BF5D4396}"/>
          </ac:picMkLst>
        </pc:picChg>
        <pc:picChg chg="add mod">
          <ac:chgData name="tatiana palacios" userId="3cb085085ed44d29" providerId="LiveId" clId="{E8F264A4-F950-446F-8A83-18451A428B83}" dt="2026-06-23T01:36:37.905" v="504" actId="14100"/>
          <ac:picMkLst>
            <pc:docMk/>
            <pc:sldMk cId="124966714" sldId="268"/>
            <ac:picMk id="10" creationId="{F28A40B6-82AB-6F38-A2FE-8226584E7F83}"/>
          </ac:picMkLst>
        </pc:picChg>
        <pc:cxnChg chg="add del">
          <ac:chgData name="tatiana palacios" userId="3cb085085ed44d29" providerId="LiveId" clId="{E8F264A4-F950-446F-8A83-18451A428B83}" dt="2026-06-23T01:26:42.980" v="382" actId="26606"/>
          <ac:cxnSpMkLst>
            <pc:docMk/>
            <pc:sldMk cId="124966714" sldId="268"/>
            <ac:cxnSpMk id="17" creationId="{1503BFE4-729B-D9D0-C17B-501E6AF1127A}"/>
          </ac:cxnSpMkLst>
        </pc:cxnChg>
        <pc:cxnChg chg="add del">
          <ac:chgData name="tatiana palacios" userId="3cb085085ed44d29" providerId="LiveId" clId="{E8F264A4-F950-446F-8A83-18451A428B83}" dt="2026-06-23T01:26:52.007" v="386" actId="26606"/>
          <ac:cxnSpMkLst>
            <pc:docMk/>
            <pc:sldMk cId="124966714" sldId="268"/>
            <ac:cxnSpMk id="22" creationId="{1503BFE4-729B-D9D0-C17B-501E6AF1127A}"/>
          </ac:cxnSpMkLst>
        </pc:cxnChg>
      </pc:sldChg>
      <pc:sldChg chg="addSp delSp modSp new mod setBg">
        <pc:chgData name="tatiana palacios" userId="3cb085085ed44d29" providerId="LiveId" clId="{E8F264A4-F950-446F-8A83-18451A428B83}" dt="2026-06-23T01:49:03.101" v="565" actId="1076"/>
        <pc:sldMkLst>
          <pc:docMk/>
          <pc:sldMk cId="3269209310" sldId="269"/>
        </pc:sldMkLst>
        <pc:spChg chg="mod">
          <ac:chgData name="tatiana palacios" userId="3cb085085ed44d29" providerId="LiveId" clId="{E8F264A4-F950-446F-8A83-18451A428B83}" dt="2026-06-23T01:46:49.778" v="557" actId="1076"/>
          <ac:spMkLst>
            <pc:docMk/>
            <pc:sldMk cId="3269209310" sldId="269"/>
            <ac:spMk id="2" creationId="{07EE4558-A8B2-1316-C06E-C7558F373917}"/>
          </ac:spMkLst>
        </pc:spChg>
        <pc:spChg chg="mod">
          <ac:chgData name="tatiana palacios" userId="3cb085085ed44d29" providerId="LiveId" clId="{E8F264A4-F950-446F-8A83-18451A428B83}" dt="2026-06-23T01:46:32.921" v="556" actId="113"/>
          <ac:spMkLst>
            <pc:docMk/>
            <pc:sldMk cId="3269209310" sldId="269"/>
            <ac:spMk id="3" creationId="{664B2A69-0061-09D1-A145-EFE749280B0B}"/>
          </ac:spMkLst>
        </pc:spChg>
        <pc:spChg chg="mod">
          <ac:chgData name="tatiana palacios" userId="3cb085085ed44d29" providerId="LiveId" clId="{E8F264A4-F950-446F-8A83-18451A428B83}" dt="2026-06-23T01:44:35.835" v="526" actId="26606"/>
          <ac:spMkLst>
            <pc:docMk/>
            <pc:sldMk cId="3269209310" sldId="269"/>
            <ac:spMk id="4" creationId="{ECC50E29-520A-B352-2B4A-3C39495BF7FF}"/>
          </ac:spMkLst>
        </pc:spChg>
        <pc:spChg chg="add del">
          <ac:chgData name="tatiana palacios" userId="3cb085085ed44d29" providerId="LiveId" clId="{E8F264A4-F950-446F-8A83-18451A428B83}" dt="2026-06-23T01:44:35.835" v="526" actId="26606"/>
          <ac:spMkLst>
            <pc:docMk/>
            <pc:sldMk cId="3269209310" sldId="269"/>
            <ac:spMk id="15" creationId="{5EBC18B6-E5C3-4AD1-97A4-E6A3477A0BB9}"/>
          </ac:spMkLst>
        </pc:spChg>
        <pc:spChg chg="add del">
          <ac:chgData name="tatiana palacios" userId="3cb085085ed44d29" providerId="LiveId" clId="{E8F264A4-F950-446F-8A83-18451A428B83}" dt="2026-06-23T01:44:35.835" v="526" actId="26606"/>
          <ac:spMkLst>
            <pc:docMk/>
            <pc:sldMk cId="3269209310" sldId="269"/>
            <ac:spMk id="17" creationId="{136A4AB6-B72B-4CC6-ADCF-BE807B6C3D71}"/>
          </ac:spMkLst>
        </pc:spChg>
        <pc:spChg chg="add del">
          <ac:chgData name="tatiana palacios" userId="3cb085085ed44d29" providerId="LiveId" clId="{E8F264A4-F950-446F-8A83-18451A428B83}" dt="2026-06-23T01:44:35.835" v="526" actId="26606"/>
          <ac:spMkLst>
            <pc:docMk/>
            <pc:sldMk cId="3269209310" sldId="269"/>
            <ac:spMk id="19" creationId="{B35D540D-9486-4236-952A-F72DC52D79BF}"/>
          </ac:spMkLst>
        </pc:spChg>
        <pc:picChg chg="add mod ord">
          <ac:chgData name="tatiana palacios" userId="3cb085085ed44d29" providerId="LiveId" clId="{E8F264A4-F950-446F-8A83-18451A428B83}" dt="2026-06-23T01:48:59.712" v="564" actId="1076"/>
          <ac:picMkLst>
            <pc:docMk/>
            <pc:sldMk cId="3269209310" sldId="269"/>
            <ac:picMk id="6" creationId="{B96BE4A4-1E5E-F904-41E2-929487E49C43}"/>
          </ac:picMkLst>
        </pc:picChg>
        <pc:picChg chg="add mod">
          <ac:chgData name="tatiana palacios" userId="3cb085085ed44d29" providerId="LiveId" clId="{E8F264A4-F950-446F-8A83-18451A428B83}" dt="2026-06-23T01:49:03.101" v="565" actId="1076"/>
          <ac:picMkLst>
            <pc:docMk/>
            <pc:sldMk cId="3269209310" sldId="269"/>
            <ac:picMk id="8" creationId="{17635225-9EC5-BF53-3BCC-A9A3634867F6}"/>
          </ac:picMkLst>
        </pc:picChg>
        <pc:picChg chg="add mod ord">
          <ac:chgData name="tatiana palacios" userId="3cb085085ed44d29" providerId="LiveId" clId="{E8F264A4-F950-446F-8A83-18451A428B83}" dt="2026-06-23T01:46:04.314" v="546" actId="1076"/>
          <ac:picMkLst>
            <pc:docMk/>
            <pc:sldMk cId="3269209310" sldId="269"/>
            <ac:picMk id="10" creationId="{E8853524-77B2-3C53-8DC1-26051B27EA81}"/>
          </ac:picMkLst>
        </pc:picChg>
      </pc:sldChg>
      <pc:sldChg chg="addSp modSp new mod">
        <pc:chgData name="tatiana palacios" userId="3cb085085ed44d29" providerId="LiveId" clId="{E8F264A4-F950-446F-8A83-18451A428B83}" dt="2026-06-23T01:56:33.995" v="611" actId="1076"/>
        <pc:sldMkLst>
          <pc:docMk/>
          <pc:sldMk cId="1665645715" sldId="270"/>
        </pc:sldMkLst>
        <pc:spChg chg="mod">
          <ac:chgData name="tatiana palacios" userId="3cb085085ed44d29" providerId="LiveId" clId="{E8F264A4-F950-446F-8A83-18451A428B83}" dt="2026-06-23T01:56:33.995" v="611" actId="1076"/>
          <ac:spMkLst>
            <pc:docMk/>
            <pc:sldMk cId="1665645715" sldId="270"/>
            <ac:spMk id="2" creationId="{AF70A505-3768-C52B-6D80-AB2D26006941}"/>
          </ac:spMkLst>
        </pc:spChg>
        <pc:spChg chg="mod">
          <ac:chgData name="tatiana palacios" userId="3cb085085ed44d29" providerId="LiveId" clId="{E8F264A4-F950-446F-8A83-18451A428B83}" dt="2026-06-23T01:56:29.356" v="610" actId="1076"/>
          <ac:spMkLst>
            <pc:docMk/>
            <pc:sldMk cId="1665645715" sldId="270"/>
            <ac:spMk id="3" creationId="{3D1B38D6-9284-AD3F-2FF8-F4F31107FDD0}"/>
          </ac:spMkLst>
        </pc:spChg>
        <pc:picChg chg="add mod">
          <ac:chgData name="tatiana palacios" userId="3cb085085ed44d29" providerId="LiveId" clId="{E8F264A4-F950-446F-8A83-18451A428B83}" dt="2026-06-23T01:55:45.299" v="599" actId="1076"/>
          <ac:picMkLst>
            <pc:docMk/>
            <pc:sldMk cId="1665645715" sldId="270"/>
            <ac:picMk id="6" creationId="{7D36A872-DE16-2067-82B1-8507A53CB462}"/>
          </ac:picMkLst>
        </pc:picChg>
        <pc:picChg chg="add mod">
          <ac:chgData name="tatiana palacios" userId="3cb085085ed44d29" providerId="LiveId" clId="{E8F264A4-F950-446F-8A83-18451A428B83}" dt="2026-06-23T01:55:25.457" v="592" actId="1076"/>
          <ac:picMkLst>
            <pc:docMk/>
            <pc:sldMk cId="1665645715" sldId="270"/>
            <ac:picMk id="8" creationId="{AD61AD6F-D6A2-384A-1765-C802B1376180}"/>
          </ac:picMkLst>
        </pc:picChg>
        <pc:picChg chg="add mod">
          <ac:chgData name="tatiana palacios" userId="3cb085085ed44d29" providerId="LiveId" clId="{E8F264A4-F950-446F-8A83-18451A428B83}" dt="2026-06-23T01:55:33.026" v="595" actId="1076"/>
          <ac:picMkLst>
            <pc:docMk/>
            <pc:sldMk cId="1665645715" sldId="270"/>
            <ac:picMk id="10" creationId="{446E17B1-C68E-7818-7AF9-94BDFB83FF7A}"/>
          </ac:picMkLst>
        </pc:picChg>
      </pc:sldChg>
      <pc:sldChg chg="addSp delSp modSp new del mod">
        <pc:chgData name="tatiana palacios" userId="3cb085085ed44d29" providerId="LiveId" clId="{E8F264A4-F950-446F-8A83-18451A428B83}" dt="2026-06-23T01:50:01.444" v="569" actId="47"/>
        <pc:sldMkLst>
          <pc:docMk/>
          <pc:sldMk cId="1033326033" sldId="271"/>
        </pc:sldMkLst>
        <pc:spChg chg="del">
          <ac:chgData name="tatiana palacios" userId="3cb085085ed44d29" providerId="LiveId" clId="{E8F264A4-F950-446F-8A83-18451A428B83}" dt="2026-06-23T01:49:47.902" v="567" actId="22"/>
          <ac:spMkLst>
            <pc:docMk/>
            <pc:sldMk cId="1033326033" sldId="271"/>
            <ac:spMk id="3" creationId="{2C8CA06B-233D-0622-892F-A3956A562CC9}"/>
          </ac:spMkLst>
        </pc:spChg>
        <pc:spChg chg="add mod">
          <ac:chgData name="tatiana palacios" userId="3cb085085ed44d29" providerId="LiveId" clId="{E8F264A4-F950-446F-8A83-18451A428B83}" dt="2026-06-23T01:49:55.084" v="568" actId="478"/>
          <ac:spMkLst>
            <pc:docMk/>
            <pc:sldMk cId="1033326033" sldId="271"/>
            <ac:spMk id="8" creationId="{6DE5EF0D-98B7-A9B7-83D5-785C01675229}"/>
          </ac:spMkLst>
        </pc:spChg>
        <pc:picChg chg="add del mod ord">
          <ac:chgData name="tatiana palacios" userId="3cb085085ed44d29" providerId="LiveId" clId="{E8F264A4-F950-446F-8A83-18451A428B83}" dt="2026-06-23T01:49:55.084" v="568" actId="478"/>
          <ac:picMkLst>
            <pc:docMk/>
            <pc:sldMk cId="1033326033" sldId="271"/>
            <ac:picMk id="6" creationId="{8AF81AD7-5BA8-F341-B37C-ACB799EC974A}"/>
          </ac:picMkLst>
        </pc:picChg>
      </pc:sldChg>
      <pc:sldChg chg="addSp delSp modSp new mod">
        <pc:chgData name="tatiana palacios" userId="3cb085085ed44d29" providerId="LiveId" clId="{E8F264A4-F950-446F-8A83-18451A428B83}" dt="2026-06-23T04:23:22.161" v="762" actId="1076"/>
        <pc:sldMkLst>
          <pc:docMk/>
          <pc:sldMk cId="4078205849" sldId="271"/>
        </pc:sldMkLst>
        <pc:spChg chg="mod">
          <ac:chgData name="tatiana palacios" userId="3cb085085ed44d29" providerId="LiveId" clId="{E8F264A4-F950-446F-8A83-18451A428B83}" dt="2026-06-23T04:10:41.540" v="736" actId="20577"/>
          <ac:spMkLst>
            <pc:docMk/>
            <pc:sldMk cId="4078205849" sldId="271"/>
            <ac:spMk id="2" creationId="{4685A9DE-A0CD-3477-FC72-250EF01039E8}"/>
          </ac:spMkLst>
        </pc:spChg>
        <pc:spChg chg="del">
          <ac:chgData name="tatiana palacios" userId="3cb085085ed44d29" providerId="LiveId" clId="{E8F264A4-F950-446F-8A83-18451A428B83}" dt="2026-06-23T03:59:11.252" v="734" actId="22"/>
          <ac:spMkLst>
            <pc:docMk/>
            <pc:sldMk cId="4078205849" sldId="271"/>
            <ac:spMk id="3" creationId="{E1284557-6B59-3A31-2EC6-44384B1D8C29}"/>
          </ac:spMkLst>
        </pc:spChg>
        <pc:spChg chg="add del mod">
          <ac:chgData name="tatiana palacios" userId="3cb085085ed44d29" providerId="LiveId" clId="{E8F264A4-F950-446F-8A83-18451A428B83}" dt="2026-06-23T04:23:15.772" v="760" actId="478"/>
          <ac:spMkLst>
            <pc:docMk/>
            <pc:sldMk cId="4078205849" sldId="271"/>
            <ac:spMk id="8" creationId="{504F2950-90E4-D76E-0994-2A0D5D0029BE}"/>
          </ac:spMkLst>
        </pc:spChg>
        <pc:picChg chg="add mod ord">
          <ac:chgData name="tatiana palacios" userId="3cb085085ed44d29" providerId="LiveId" clId="{E8F264A4-F950-446F-8A83-18451A428B83}" dt="2026-06-23T04:23:22.161" v="762" actId="1076"/>
          <ac:picMkLst>
            <pc:docMk/>
            <pc:sldMk cId="4078205849" sldId="271"/>
            <ac:picMk id="6" creationId="{CCEB3BB6-F1D5-E26B-F944-632B2B70A504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364BB8-F490-4159-9B01-CEE931032438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42B6869-DBD4-4DE6-AA7F-FD98275B8463}">
      <dgm:prSet/>
      <dgm:spPr/>
      <dgm:t>
        <a:bodyPr/>
        <a:lstStyle/>
        <a:p>
          <a:r>
            <a:rPr lang="en-US" b="1" dirty="0"/>
            <a:t>1. Shipment Characteristics</a:t>
          </a:r>
          <a:endParaRPr lang="en-US" dirty="0"/>
        </a:p>
      </dgm:t>
    </dgm:pt>
    <dgm:pt modelId="{C67EEA4E-857A-4C30-9D4E-499B96BA88FF}" type="parTrans" cxnId="{4744B625-FDB2-4B2F-ABAF-E70C20FCA762}">
      <dgm:prSet/>
      <dgm:spPr/>
      <dgm:t>
        <a:bodyPr/>
        <a:lstStyle/>
        <a:p>
          <a:endParaRPr lang="en-US"/>
        </a:p>
      </dgm:t>
    </dgm:pt>
    <dgm:pt modelId="{2EFE462F-160F-449A-9B4E-DF24D0903E2A}" type="sibTrans" cxnId="{4744B625-FDB2-4B2F-ABAF-E70C20FCA762}">
      <dgm:prSet/>
      <dgm:spPr/>
      <dgm:t>
        <a:bodyPr/>
        <a:lstStyle/>
        <a:p>
          <a:endParaRPr lang="en-US"/>
        </a:p>
      </dgm:t>
    </dgm:pt>
    <dgm:pt modelId="{CB1879E9-D7BE-405B-856B-FB083089F384}">
      <dgm:prSet/>
      <dgm:spPr/>
      <dgm:t>
        <a:bodyPr/>
        <a:lstStyle/>
        <a:p>
          <a:r>
            <a:rPr lang="en-US"/>
            <a:t>Declarations by Month </a:t>
          </a:r>
        </a:p>
      </dgm:t>
    </dgm:pt>
    <dgm:pt modelId="{77FD9423-54BB-46AB-85B1-BA3B9FC1C84D}" type="parTrans" cxnId="{A7B40BDE-10DA-4AD9-A9F0-536A356E635F}">
      <dgm:prSet/>
      <dgm:spPr/>
      <dgm:t>
        <a:bodyPr/>
        <a:lstStyle/>
        <a:p>
          <a:endParaRPr lang="en-US"/>
        </a:p>
      </dgm:t>
    </dgm:pt>
    <dgm:pt modelId="{E8471587-463B-4E3C-BAB3-D7B2B7E33913}" type="sibTrans" cxnId="{A7B40BDE-10DA-4AD9-A9F0-536A356E635F}">
      <dgm:prSet/>
      <dgm:spPr/>
      <dgm:t>
        <a:bodyPr/>
        <a:lstStyle/>
        <a:p>
          <a:endParaRPr lang="en-US"/>
        </a:p>
      </dgm:t>
    </dgm:pt>
    <dgm:pt modelId="{3DF03D77-3820-4706-90DA-7E64B28086C1}">
      <dgm:prSet/>
      <dgm:spPr/>
      <dgm:t>
        <a:bodyPr/>
        <a:lstStyle/>
        <a:p>
          <a:r>
            <a:rPr lang="en-US"/>
            <a:t>Transport Type Distribution </a:t>
          </a:r>
        </a:p>
      </dgm:t>
    </dgm:pt>
    <dgm:pt modelId="{234EB659-2616-492A-9F71-F7539C53187C}" type="parTrans" cxnId="{F312C843-DFE8-4A00-997D-9276F7E9D08E}">
      <dgm:prSet/>
      <dgm:spPr/>
      <dgm:t>
        <a:bodyPr/>
        <a:lstStyle/>
        <a:p>
          <a:endParaRPr lang="en-US"/>
        </a:p>
      </dgm:t>
    </dgm:pt>
    <dgm:pt modelId="{8A47C4F5-772F-4F0F-BE1B-1AB008469B26}" type="sibTrans" cxnId="{F312C843-DFE8-4A00-997D-9276F7E9D08E}">
      <dgm:prSet/>
      <dgm:spPr/>
      <dgm:t>
        <a:bodyPr/>
        <a:lstStyle/>
        <a:p>
          <a:endParaRPr lang="en-US"/>
        </a:p>
      </dgm:t>
    </dgm:pt>
    <dgm:pt modelId="{7C39777D-7166-4834-AD41-1B85800A664F}">
      <dgm:prSet/>
      <dgm:spPr/>
      <dgm:t>
        <a:bodyPr/>
        <a:lstStyle/>
        <a:p>
          <a:r>
            <a:rPr lang="en-US"/>
            <a:t>Branch Distribution</a:t>
          </a:r>
        </a:p>
      </dgm:t>
    </dgm:pt>
    <dgm:pt modelId="{8BB0C1C4-8203-4699-A2DE-1067B625CCF6}" type="parTrans" cxnId="{9902AE82-5803-4E41-9FB6-683529E6D358}">
      <dgm:prSet/>
      <dgm:spPr/>
      <dgm:t>
        <a:bodyPr/>
        <a:lstStyle/>
        <a:p>
          <a:endParaRPr lang="en-US"/>
        </a:p>
      </dgm:t>
    </dgm:pt>
    <dgm:pt modelId="{FD73E8CF-9992-416A-83A8-8FEC65130667}" type="sibTrans" cxnId="{9902AE82-5803-4E41-9FB6-683529E6D358}">
      <dgm:prSet/>
      <dgm:spPr/>
      <dgm:t>
        <a:bodyPr/>
        <a:lstStyle/>
        <a:p>
          <a:endParaRPr lang="en-US"/>
        </a:p>
      </dgm:t>
    </dgm:pt>
    <dgm:pt modelId="{561D6A9F-312C-47F7-A32F-2B63337ADC99}">
      <dgm:prSet/>
      <dgm:spPr/>
      <dgm:t>
        <a:bodyPr/>
        <a:lstStyle/>
        <a:p>
          <a:r>
            <a:rPr lang="en-US" b="1" dirty="0"/>
            <a:t>2. Profitability Analysis</a:t>
          </a:r>
          <a:endParaRPr lang="en-US" dirty="0"/>
        </a:p>
      </dgm:t>
    </dgm:pt>
    <dgm:pt modelId="{39D2E9D1-178E-4A80-9FAF-86E2DE8E7F80}" type="parTrans" cxnId="{D3ECC604-6F06-4ED5-B699-AC1A7D09E5B4}">
      <dgm:prSet/>
      <dgm:spPr/>
      <dgm:t>
        <a:bodyPr/>
        <a:lstStyle/>
        <a:p>
          <a:endParaRPr lang="en-US"/>
        </a:p>
      </dgm:t>
    </dgm:pt>
    <dgm:pt modelId="{AF088F55-325C-4F60-B150-121CD0987D0D}" type="sibTrans" cxnId="{D3ECC604-6F06-4ED5-B699-AC1A7D09E5B4}">
      <dgm:prSet/>
      <dgm:spPr/>
      <dgm:t>
        <a:bodyPr/>
        <a:lstStyle/>
        <a:p>
          <a:endParaRPr lang="en-US"/>
        </a:p>
      </dgm:t>
    </dgm:pt>
    <dgm:pt modelId="{6B9DA388-423D-4E2D-9262-FEE0AF4401BA}">
      <dgm:prSet/>
      <dgm:spPr/>
      <dgm:t>
        <a:bodyPr/>
        <a:lstStyle/>
        <a:p>
          <a:r>
            <a:rPr lang="en-US"/>
            <a:t>Monthly Profit Trend </a:t>
          </a:r>
        </a:p>
      </dgm:t>
    </dgm:pt>
    <dgm:pt modelId="{6EFFBEBD-F627-4606-89E2-D9423B6CC776}" type="parTrans" cxnId="{81071972-EE12-40C1-B3F1-23C3F99AB6B5}">
      <dgm:prSet/>
      <dgm:spPr/>
      <dgm:t>
        <a:bodyPr/>
        <a:lstStyle/>
        <a:p>
          <a:endParaRPr lang="en-US"/>
        </a:p>
      </dgm:t>
    </dgm:pt>
    <dgm:pt modelId="{D7E05215-B486-40AB-A939-6DB8F3537D34}" type="sibTrans" cxnId="{81071972-EE12-40C1-B3F1-23C3F99AB6B5}">
      <dgm:prSet/>
      <dgm:spPr/>
      <dgm:t>
        <a:bodyPr/>
        <a:lstStyle/>
        <a:p>
          <a:endParaRPr lang="en-US"/>
        </a:p>
      </dgm:t>
    </dgm:pt>
    <dgm:pt modelId="{1020152E-E080-45B4-8662-26AF08777091}">
      <dgm:prSet/>
      <dgm:spPr/>
      <dgm:t>
        <a:bodyPr/>
        <a:lstStyle/>
        <a:p>
          <a:r>
            <a:rPr lang="en-US"/>
            <a:t>Profit by Branch </a:t>
          </a:r>
        </a:p>
      </dgm:t>
    </dgm:pt>
    <dgm:pt modelId="{4252CE72-236F-468F-9EFF-B92E3B2DA95F}" type="parTrans" cxnId="{96C8CC7F-59B7-4A7E-98D0-DCBE25412EB0}">
      <dgm:prSet/>
      <dgm:spPr/>
      <dgm:t>
        <a:bodyPr/>
        <a:lstStyle/>
        <a:p>
          <a:endParaRPr lang="en-US"/>
        </a:p>
      </dgm:t>
    </dgm:pt>
    <dgm:pt modelId="{9464BAD6-4431-4911-ADBF-07545345C21B}" type="sibTrans" cxnId="{96C8CC7F-59B7-4A7E-98D0-DCBE25412EB0}">
      <dgm:prSet/>
      <dgm:spPr/>
      <dgm:t>
        <a:bodyPr/>
        <a:lstStyle/>
        <a:p>
          <a:endParaRPr lang="en-US"/>
        </a:p>
      </dgm:t>
    </dgm:pt>
    <dgm:pt modelId="{3720F41C-108D-4A39-9700-E3CF97D797D5}">
      <dgm:prSet/>
      <dgm:spPr/>
      <dgm:t>
        <a:bodyPr/>
        <a:lstStyle/>
        <a:p>
          <a:r>
            <a:rPr lang="en-US"/>
            <a:t>Revenue vs Profit</a:t>
          </a:r>
        </a:p>
      </dgm:t>
    </dgm:pt>
    <dgm:pt modelId="{127EE8A8-148F-4507-A307-D44C02E4EF18}" type="parTrans" cxnId="{E9CF0398-55D2-4141-A701-F512B3F373C1}">
      <dgm:prSet/>
      <dgm:spPr/>
      <dgm:t>
        <a:bodyPr/>
        <a:lstStyle/>
        <a:p>
          <a:endParaRPr lang="en-US"/>
        </a:p>
      </dgm:t>
    </dgm:pt>
    <dgm:pt modelId="{F30DAE01-6BD9-4F0E-8063-A63A922BD705}" type="sibTrans" cxnId="{E9CF0398-55D2-4141-A701-F512B3F373C1}">
      <dgm:prSet/>
      <dgm:spPr/>
      <dgm:t>
        <a:bodyPr/>
        <a:lstStyle/>
        <a:p>
          <a:endParaRPr lang="en-US"/>
        </a:p>
      </dgm:t>
    </dgm:pt>
    <dgm:pt modelId="{7802ED6C-BAFF-4C65-BAD1-7148122AD885}">
      <dgm:prSet/>
      <dgm:spPr/>
      <dgm:t>
        <a:bodyPr/>
        <a:lstStyle/>
        <a:p>
          <a:r>
            <a:rPr lang="en-US" b="1" dirty="0"/>
            <a:t>3. Delay Analysis</a:t>
          </a:r>
          <a:endParaRPr lang="en-US" dirty="0"/>
        </a:p>
      </dgm:t>
    </dgm:pt>
    <dgm:pt modelId="{8EFC64CB-0E29-4857-8014-ABD6CB7F56DD}" type="parTrans" cxnId="{BFCB4609-C68E-4229-BE0E-38B460517842}">
      <dgm:prSet/>
      <dgm:spPr/>
      <dgm:t>
        <a:bodyPr/>
        <a:lstStyle/>
        <a:p>
          <a:endParaRPr lang="en-US"/>
        </a:p>
      </dgm:t>
    </dgm:pt>
    <dgm:pt modelId="{9499D95A-AD5C-4709-869B-85AC0E1536F8}" type="sibTrans" cxnId="{BFCB4609-C68E-4229-BE0E-38B460517842}">
      <dgm:prSet/>
      <dgm:spPr/>
      <dgm:t>
        <a:bodyPr/>
        <a:lstStyle/>
        <a:p>
          <a:endParaRPr lang="en-US"/>
        </a:p>
      </dgm:t>
    </dgm:pt>
    <dgm:pt modelId="{DA7A2C71-F2B7-4472-BBB5-CA53CA2FE4EC}">
      <dgm:prSet/>
      <dgm:spPr/>
      <dgm:t>
        <a:bodyPr/>
        <a:lstStyle/>
        <a:p>
          <a:r>
            <a:rPr lang="en-US"/>
            <a:t>Delay Distribution </a:t>
          </a:r>
        </a:p>
      </dgm:t>
    </dgm:pt>
    <dgm:pt modelId="{0F0BD5DC-D3AC-48C1-B568-8C7F9D0EB24F}" type="parTrans" cxnId="{F02E0533-1177-4280-8B1F-6067BE523F12}">
      <dgm:prSet/>
      <dgm:spPr/>
      <dgm:t>
        <a:bodyPr/>
        <a:lstStyle/>
        <a:p>
          <a:endParaRPr lang="en-US"/>
        </a:p>
      </dgm:t>
    </dgm:pt>
    <dgm:pt modelId="{2E61B435-01D8-43FD-99D6-720147FC9DAF}" type="sibTrans" cxnId="{F02E0533-1177-4280-8B1F-6067BE523F12}">
      <dgm:prSet/>
      <dgm:spPr/>
      <dgm:t>
        <a:bodyPr/>
        <a:lstStyle/>
        <a:p>
          <a:endParaRPr lang="en-US"/>
        </a:p>
      </dgm:t>
    </dgm:pt>
    <dgm:pt modelId="{67CB9B7F-61C1-4FF6-8656-6241543B2AEE}">
      <dgm:prSet/>
      <dgm:spPr/>
      <dgm:t>
        <a:bodyPr/>
        <a:lstStyle/>
        <a:p>
          <a:r>
            <a:rPr lang="en-US"/>
            <a:t>Delay by Transport Type </a:t>
          </a:r>
        </a:p>
      </dgm:t>
    </dgm:pt>
    <dgm:pt modelId="{C5CA06F0-F8E4-4B88-8CE6-0D515D9A1B5C}" type="parTrans" cxnId="{687A5868-4ACD-4BB5-900E-39CB94CF6809}">
      <dgm:prSet/>
      <dgm:spPr/>
      <dgm:t>
        <a:bodyPr/>
        <a:lstStyle/>
        <a:p>
          <a:endParaRPr lang="en-US"/>
        </a:p>
      </dgm:t>
    </dgm:pt>
    <dgm:pt modelId="{FBC96F89-5062-42FB-B483-7466D664DA6B}" type="sibTrans" cxnId="{687A5868-4ACD-4BB5-900E-39CB94CF6809}">
      <dgm:prSet/>
      <dgm:spPr/>
      <dgm:t>
        <a:bodyPr/>
        <a:lstStyle/>
        <a:p>
          <a:endParaRPr lang="en-US"/>
        </a:p>
      </dgm:t>
    </dgm:pt>
    <dgm:pt modelId="{566379EB-D49A-47CF-8AC9-A0F68BA4130F}">
      <dgm:prSet/>
      <dgm:spPr/>
      <dgm:t>
        <a:bodyPr/>
        <a:lstStyle/>
        <a:p>
          <a:r>
            <a:rPr lang="en-US"/>
            <a:t>Delay vs Profit</a:t>
          </a:r>
        </a:p>
      </dgm:t>
    </dgm:pt>
    <dgm:pt modelId="{7BB016E6-5D59-4B9D-A461-DCAD91ADA061}" type="parTrans" cxnId="{FCC989B3-4D6A-49B9-91D9-7EB8C585DB9D}">
      <dgm:prSet/>
      <dgm:spPr/>
      <dgm:t>
        <a:bodyPr/>
        <a:lstStyle/>
        <a:p>
          <a:endParaRPr lang="en-US"/>
        </a:p>
      </dgm:t>
    </dgm:pt>
    <dgm:pt modelId="{C2B50921-9B0E-4B81-BD06-BB991C088386}" type="sibTrans" cxnId="{FCC989B3-4D6A-49B9-91D9-7EB8C585DB9D}">
      <dgm:prSet/>
      <dgm:spPr/>
      <dgm:t>
        <a:bodyPr/>
        <a:lstStyle/>
        <a:p>
          <a:endParaRPr lang="en-US"/>
        </a:p>
      </dgm:t>
    </dgm:pt>
    <dgm:pt modelId="{8E812D85-959F-448A-98EB-9184EE92636F}" type="pres">
      <dgm:prSet presAssocID="{11364BB8-F490-4159-9B01-CEE931032438}" presName="vert0" presStyleCnt="0">
        <dgm:presLayoutVars>
          <dgm:dir/>
          <dgm:animOne val="branch"/>
          <dgm:animLvl val="lvl"/>
        </dgm:presLayoutVars>
      </dgm:prSet>
      <dgm:spPr/>
    </dgm:pt>
    <dgm:pt modelId="{CCE32709-8DDB-4472-A867-C9B2C01288A3}" type="pres">
      <dgm:prSet presAssocID="{142B6869-DBD4-4DE6-AA7F-FD98275B8463}" presName="thickLine" presStyleLbl="alignNode1" presStyleIdx="0" presStyleCnt="12"/>
      <dgm:spPr/>
    </dgm:pt>
    <dgm:pt modelId="{34CA6170-7FC6-4074-92F4-C58AD3841013}" type="pres">
      <dgm:prSet presAssocID="{142B6869-DBD4-4DE6-AA7F-FD98275B8463}" presName="horz1" presStyleCnt="0"/>
      <dgm:spPr/>
    </dgm:pt>
    <dgm:pt modelId="{9C4A3D5B-7489-4E6D-A9FC-041DCC67823D}" type="pres">
      <dgm:prSet presAssocID="{142B6869-DBD4-4DE6-AA7F-FD98275B8463}" presName="tx1" presStyleLbl="revTx" presStyleIdx="0" presStyleCnt="12"/>
      <dgm:spPr/>
    </dgm:pt>
    <dgm:pt modelId="{A2BB336E-AC69-4248-B545-E38544F24DE3}" type="pres">
      <dgm:prSet presAssocID="{142B6869-DBD4-4DE6-AA7F-FD98275B8463}" presName="vert1" presStyleCnt="0"/>
      <dgm:spPr/>
    </dgm:pt>
    <dgm:pt modelId="{E3C8EC6A-0D49-4502-9E52-7983D7F36982}" type="pres">
      <dgm:prSet presAssocID="{CB1879E9-D7BE-405B-856B-FB083089F384}" presName="thickLine" presStyleLbl="alignNode1" presStyleIdx="1" presStyleCnt="12"/>
      <dgm:spPr/>
    </dgm:pt>
    <dgm:pt modelId="{9B1EC106-250F-489F-AA0E-B219B1F66C41}" type="pres">
      <dgm:prSet presAssocID="{CB1879E9-D7BE-405B-856B-FB083089F384}" presName="horz1" presStyleCnt="0"/>
      <dgm:spPr/>
    </dgm:pt>
    <dgm:pt modelId="{400E7D21-1F86-4AFB-BA66-4C22A2E6026B}" type="pres">
      <dgm:prSet presAssocID="{CB1879E9-D7BE-405B-856B-FB083089F384}" presName="tx1" presStyleLbl="revTx" presStyleIdx="1" presStyleCnt="12"/>
      <dgm:spPr/>
    </dgm:pt>
    <dgm:pt modelId="{C47FE696-0B49-4945-84C9-58F5ADF82CC0}" type="pres">
      <dgm:prSet presAssocID="{CB1879E9-D7BE-405B-856B-FB083089F384}" presName="vert1" presStyleCnt="0"/>
      <dgm:spPr/>
    </dgm:pt>
    <dgm:pt modelId="{C2F4A841-010A-4AB2-BC43-31E6253D50F6}" type="pres">
      <dgm:prSet presAssocID="{3DF03D77-3820-4706-90DA-7E64B28086C1}" presName="thickLine" presStyleLbl="alignNode1" presStyleIdx="2" presStyleCnt="12"/>
      <dgm:spPr/>
    </dgm:pt>
    <dgm:pt modelId="{EDB67AE0-8E26-4205-8E1D-F3FC479489DE}" type="pres">
      <dgm:prSet presAssocID="{3DF03D77-3820-4706-90DA-7E64B28086C1}" presName="horz1" presStyleCnt="0"/>
      <dgm:spPr/>
    </dgm:pt>
    <dgm:pt modelId="{EC21CA1B-628E-425B-8C42-7589552B2A52}" type="pres">
      <dgm:prSet presAssocID="{3DF03D77-3820-4706-90DA-7E64B28086C1}" presName="tx1" presStyleLbl="revTx" presStyleIdx="2" presStyleCnt="12"/>
      <dgm:spPr/>
    </dgm:pt>
    <dgm:pt modelId="{35E248B1-8D0E-4C45-86A5-B7FA28883EA9}" type="pres">
      <dgm:prSet presAssocID="{3DF03D77-3820-4706-90DA-7E64B28086C1}" presName="vert1" presStyleCnt="0"/>
      <dgm:spPr/>
    </dgm:pt>
    <dgm:pt modelId="{2D14EE77-313D-40B8-A3E7-76885DA623A4}" type="pres">
      <dgm:prSet presAssocID="{7C39777D-7166-4834-AD41-1B85800A664F}" presName="thickLine" presStyleLbl="alignNode1" presStyleIdx="3" presStyleCnt="12"/>
      <dgm:spPr/>
    </dgm:pt>
    <dgm:pt modelId="{40FC53BB-ABA9-49B7-8544-B16630BF5C42}" type="pres">
      <dgm:prSet presAssocID="{7C39777D-7166-4834-AD41-1B85800A664F}" presName="horz1" presStyleCnt="0"/>
      <dgm:spPr/>
    </dgm:pt>
    <dgm:pt modelId="{8632578C-CF6C-47A4-A62E-3190B04B1EF6}" type="pres">
      <dgm:prSet presAssocID="{7C39777D-7166-4834-AD41-1B85800A664F}" presName="tx1" presStyleLbl="revTx" presStyleIdx="3" presStyleCnt="12"/>
      <dgm:spPr/>
    </dgm:pt>
    <dgm:pt modelId="{94A2CD90-C334-4175-8F40-67ACA37BECFE}" type="pres">
      <dgm:prSet presAssocID="{7C39777D-7166-4834-AD41-1B85800A664F}" presName="vert1" presStyleCnt="0"/>
      <dgm:spPr/>
    </dgm:pt>
    <dgm:pt modelId="{20AE9D1A-90F4-44F2-A6BA-CF7C11C1F564}" type="pres">
      <dgm:prSet presAssocID="{561D6A9F-312C-47F7-A32F-2B63337ADC99}" presName="thickLine" presStyleLbl="alignNode1" presStyleIdx="4" presStyleCnt="12"/>
      <dgm:spPr/>
    </dgm:pt>
    <dgm:pt modelId="{6180391C-5142-4448-ACEF-010F2BA81900}" type="pres">
      <dgm:prSet presAssocID="{561D6A9F-312C-47F7-A32F-2B63337ADC99}" presName="horz1" presStyleCnt="0"/>
      <dgm:spPr/>
    </dgm:pt>
    <dgm:pt modelId="{9EDAD5B5-D3E2-4AB0-86FF-694701AF3B43}" type="pres">
      <dgm:prSet presAssocID="{561D6A9F-312C-47F7-A32F-2B63337ADC99}" presName="tx1" presStyleLbl="revTx" presStyleIdx="4" presStyleCnt="12"/>
      <dgm:spPr/>
    </dgm:pt>
    <dgm:pt modelId="{A0E97661-7038-4B73-9D3A-A3EEE94F0B3C}" type="pres">
      <dgm:prSet presAssocID="{561D6A9F-312C-47F7-A32F-2B63337ADC99}" presName="vert1" presStyleCnt="0"/>
      <dgm:spPr/>
    </dgm:pt>
    <dgm:pt modelId="{454FF71E-8195-4D70-93C5-B7EB9B117ADB}" type="pres">
      <dgm:prSet presAssocID="{6B9DA388-423D-4E2D-9262-FEE0AF4401BA}" presName="thickLine" presStyleLbl="alignNode1" presStyleIdx="5" presStyleCnt="12"/>
      <dgm:spPr/>
    </dgm:pt>
    <dgm:pt modelId="{44B7B65F-420A-4267-9F36-A017FB17F5DD}" type="pres">
      <dgm:prSet presAssocID="{6B9DA388-423D-4E2D-9262-FEE0AF4401BA}" presName="horz1" presStyleCnt="0"/>
      <dgm:spPr/>
    </dgm:pt>
    <dgm:pt modelId="{0882172C-62CF-4DBD-AA49-6074EC597A4C}" type="pres">
      <dgm:prSet presAssocID="{6B9DA388-423D-4E2D-9262-FEE0AF4401BA}" presName="tx1" presStyleLbl="revTx" presStyleIdx="5" presStyleCnt="12"/>
      <dgm:spPr/>
    </dgm:pt>
    <dgm:pt modelId="{2C5AF44A-AE90-4D9C-BA7C-82B3629511EB}" type="pres">
      <dgm:prSet presAssocID="{6B9DA388-423D-4E2D-9262-FEE0AF4401BA}" presName="vert1" presStyleCnt="0"/>
      <dgm:spPr/>
    </dgm:pt>
    <dgm:pt modelId="{D8C955B2-A1AB-4305-9DDA-9EA519E63413}" type="pres">
      <dgm:prSet presAssocID="{1020152E-E080-45B4-8662-26AF08777091}" presName="thickLine" presStyleLbl="alignNode1" presStyleIdx="6" presStyleCnt="12"/>
      <dgm:spPr/>
    </dgm:pt>
    <dgm:pt modelId="{43E893ED-4DF8-4849-ACB9-C1EEC27D30CA}" type="pres">
      <dgm:prSet presAssocID="{1020152E-E080-45B4-8662-26AF08777091}" presName="horz1" presStyleCnt="0"/>
      <dgm:spPr/>
    </dgm:pt>
    <dgm:pt modelId="{DC7D5249-A8F1-4140-BB1C-CD375E2FA589}" type="pres">
      <dgm:prSet presAssocID="{1020152E-E080-45B4-8662-26AF08777091}" presName="tx1" presStyleLbl="revTx" presStyleIdx="6" presStyleCnt="12"/>
      <dgm:spPr/>
    </dgm:pt>
    <dgm:pt modelId="{6B227EEF-C243-4C92-A504-036937FB207A}" type="pres">
      <dgm:prSet presAssocID="{1020152E-E080-45B4-8662-26AF08777091}" presName="vert1" presStyleCnt="0"/>
      <dgm:spPr/>
    </dgm:pt>
    <dgm:pt modelId="{ED4B32FF-0642-4A80-B05C-1104599B93C2}" type="pres">
      <dgm:prSet presAssocID="{3720F41C-108D-4A39-9700-E3CF97D797D5}" presName="thickLine" presStyleLbl="alignNode1" presStyleIdx="7" presStyleCnt="12"/>
      <dgm:spPr/>
    </dgm:pt>
    <dgm:pt modelId="{735BA803-6C2D-4CB2-A240-F8F82F81CB7E}" type="pres">
      <dgm:prSet presAssocID="{3720F41C-108D-4A39-9700-E3CF97D797D5}" presName="horz1" presStyleCnt="0"/>
      <dgm:spPr/>
    </dgm:pt>
    <dgm:pt modelId="{CB7AFEDC-5F67-43DF-8723-D2EA5330B350}" type="pres">
      <dgm:prSet presAssocID="{3720F41C-108D-4A39-9700-E3CF97D797D5}" presName="tx1" presStyleLbl="revTx" presStyleIdx="7" presStyleCnt="12"/>
      <dgm:spPr/>
    </dgm:pt>
    <dgm:pt modelId="{F08DB866-FB37-4562-9C63-448BB2C7A2E2}" type="pres">
      <dgm:prSet presAssocID="{3720F41C-108D-4A39-9700-E3CF97D797D5}" presName="vert1" presStyleCnt="0"/>
      <dgm:spPr/>
    </dgm:pt>
    <dgm:pt modelId="{70202490-E084-4FA2-A71E-70274C2C8990}" type="pres">
      <dgm:prSet presAssocID="{7802ED6C-BAFF-4C65-BAD1-7148122AD885}" presName="thickLine" presStyleLbl="alignNode1" presStyleIdx="8" presStyleCnt="12"/>
      <dgm:spPr/>
    </dgm:pt>
    <dgm:pt modelId="{4A43E0D5-1450-414D-9A81-BE864AFECB5B}" type="pres">
      <dgm:prSet presAssocID="{7802ED6C-BAFF-4C65-BAD1-7148122AD885}" presName="horz1" presStyleCnt="0"/>
      <dgm:spPr/>
    </dgm:pt>
    <dgm:pt modelId="{A0213893-19EB-44F0-8711-C976AFDA3EA9}" type="pres">
      <dgm:prSet presAssocID="{7802ED6C-BAFF-4C65-BAD1-7148122AD885}" presName="tx1" presStyleLbl="revTx" presStyleIdx="8" presStyleCnt="12"/>
      <dgm:spPr/>
    </dgm:pt>
    <dgm:pt modelId="{A745B891-5384-41E1-B3EC-FBD9B9FF1FA0}" type="pres">
      <dgm:prSet presAssocID="{7802ED6C-BAFF-4C65-BAD1-7148122AD885}" presName="vert1" presStyleCnt="0"/>
      <dgm:spPr/>
    </dgm:pt>
    <dgm:pt modelId="{900C5901-AB9F-4A42-85D7-96C9FFC6646A}" type="pres">
      <dgm:prSet presAssocID="{DA7A2C71-F2B7-4472-BBB5-CA53CA2FE4EC}" presName="thickLine" presStyleLbl="alignNode1" presStyleIdx="9" presStyleCnt="12"/>
      <dgm:spPr/>
    </dgm:pt>
    <dgm:pt modelId="{F295DB6C-B4A2-4424-860F-6F6B73DFF7B7}" type="pres">
      <dgm:prSet presAssocID="{DA7A2C71-F2B7-4472-BBB5-CA53CA2FE4EC}" presName="horz1" presStyleCnt="0"/>
      <dgm:spPr/>
    </dgm:pt>
    <dgm:pt modelId="{2B047186-7FA3-458E-BC00-FEEB8633F815}" type="pres">
      <dgm:prSet presAssocID="{DA7A2C71-F2B7-4472-BBB5-CA53CA2FE4EC}" presName="tx1" presStyleLbl="revTx" presStyleIdx="9" presStyleCnt="12"/>
      <dgm:spPr/>
    </dgm:pt>
    <dgm:pt modelId="{88117DA7-E738-4469-A2DD-327585D902B9}" type="pres">
      <dgm:prSet presAssocID="{DA7A2C71-F2B7-4472-BBB5-CA53CA2FE4EC}" presName="vert1" presStyleCnt="0"/>
      <dgm:spPr/>
    </dgm:pt>
    <dgm:pt modelId="{60D2EB12-48BA-4463-A4A8-BDCEA155085A}" type="pres">
      <dgm:prSet presAssocID="{67CB9B7F-61C1-4FF6-8656-6241543B2AEE}" presName="thickLine" presStyleLbl="alignNode1" presStyleIdx="10" presStyleCnt="12"/>
      <dgm:spPr/>
    </dgm:pt>
    <dgm:pt modelId="{BB7FB993-D542-4A6D-82C2-CA13A0E46F43}" type="pres">
      <dgm:prSet presAssocID="{67CB9B7F-61C1-4FF6-8656-6241543B2AEE}" presName="horz1" presStyleCnt="0"/>
      <dgm:spPr/>
    </dgm:pt>
    <dgm:pt modelId="{943B8FE2-ADA9-41E2-9CD0-1E4F52B0E603}" type="pres">
      <dgm:prSet presAssocID="{67CB9B7F-61C1-4FF6-8656-6241543B2AEE}" presName="tx1" presStyleLbl="revTx" presStyleIdx="10" presStyleCnt="12"/>
      <dgm:spPr/>
    </dgm:pt>
    <dgm:pt modelId="{AA5D5101-4B9E-4580-8FBF-BC3C61F0B997}" type="pres">
      <dgm:prSet presAssocID="{67CB9B7F-61C1-4FF6-8656-6241543B2AEE}" presName="vert1" presStyleCnt="0"/>
      <dgm:spPr/>
    </dgm:pt>
    <dgm:pt modelId="{482C5326-E166-4159-A4D6-DC471B59B8E1}" type="pres">
      <dgm:prSet presAssocID="{566379EB-D49A-47CF-8AC9-A0F68BA4130F}" presName="thickLine" presStyleLbl="alignNode1" presStyleIdx="11" presStyleCnt="12"/>
      <dgm:spPr/>
    </dgm:pt>
    <dgm:pt modelId="{BDB0F491-8EEC-490E-A23F-62C9BD0BF709}" type="pres">
      <dgm:prSet presAssocID="{566379EB-D49A-47CF-8AC9-A0F68BA4130F}" presName="horz1" presStyleCnt="0"/>
      <dgm:spPr/>
    </dgm:pt>
    <dgm:pt modelId="{CA8D2145-BC0D-436A-B0B9-92FFD26B693E}" type="pres">
      <dgm:prSet presAssocID="{566379EB-D49A-47CF-8AC9-A0F68BA4130F}" presName="tx1" presStyleLbl="revTx" presStyleIdx="11" presStyleCnt="12"/>
      <dgm:spPr/>
    </dgm:pt>
    <dgm:pt modelId="{1588897E-10E9-4023-9117-61BD296890D0}" type="pres">
      <dgm:prSet presAssocID="{566379EB-D49A-47CF-8AC9-A0F68BA4130F}" presName="vert1" presStyleCnt="0"/>
      <dgm:spPr/>
    </dgm:pt>
  </dgm:ptLst>
  <dgm:cxnLst>
    <dgm:cxn modelId="{D3ECC604-6F06-4ED5-B699-AC1A7D09E5B4}" srcId="{11364BB8-F490-4159-9B01-CEE931032438}" destId="{561D6A9F-312C-47F7-A32F-2B63337ADC99}" srcOrd="4" destOrd="0" parTransId="{39D2E9D1-178E-4A80-9FAF-86E2DE8E7F80}" sibTransId="{AF088F55-325C-4F60-B150-121CD0987D0D}"/>
    <dgm:cxn modelId="{BFCB4609-C68E-4229-BE0E-38B460517842}" srcId="{11364BB8-F490-4159-9B01-CEE931032438}" destId="{7802ED6C-BAFF-4C65-BAD1-7148122AD885}" srcOrd="8" destOrd="0" parTransId="{8EFC64CB-0E29-4857-8014-ABD6CB7F56DD}" sibTransId="{9499D95A-AD5C-4709-869B-85AC0E1536F8}"/>
    <dgm:cxn modelId="{4BD18B10-3E7B-4470-813D-5B467B427F37}" type="presOf" srcId="{11364BB8-F490-4159-9B01-CEE931032438}" destId="{8E812D85-959F-448A-98EB-9184EE92636F}" srcOrd="0" destOrd="0" presId="urn:microsoft.com/office/officeart/2008/layout/LinedList"/>
    <dgm:cxn modelId="{4744B625-FDB2-4B2F-ABAF-E70C20FCA762}" srcId="{11364BB8-F490-4159-9B01-CEE931032438}" destId="{142B6869-DBD4-4DE6-AA7F-FD98275B8463}" srcOrd="0" destOrd="0" parTransId="{C67EEA4E-857A-4C30-9D4E-499B96BA88FF}" sibTransId="{2EFE462F-160F-449A-9B4E-DF24D0903E2A}"/>
    <dgm:cxn modelId="{7467F62D-88D4-4A9A-BED9-7D16C1CAB640}" type="presOf" srcId="{3DF03D77-3820-4706-90DA-7E64B28086C1}" destId="{EC21CA1B-628E-425B-8C42-7589552B2A52}" srcOrd="0" destOrd="0" presId="urn:microsoft.com/office/officeart/2008/layout/LinedList"/>
    <dgm:cxn modelId="{F02E0533-1177-4280-8B1F-6067BE523F12}" srcId="{11364BB8-F490-4159-9B01-CEE931032438}" destId="{DA7A2C71-F2B7-4472-BBB5-CA53CA2FE4EC}" srcOrd="9" destOrd="0" parTransId="{0F0BD5DC-D3AC-48C1-B568-8C7F9D0EB24F}" sibTransId="{2E61B435-01D8-43FD-99D6-720147FC9DAF}"/>
    <dgm:cxn modelId="{EA19295E-71B9-45BA-8973-BCF1709FF588}" type="presOf" srcId="{67CB9B7F-61C1-4FF6-8656-6241543B2AEE}" destId="{943B8FE2-ADA9-41E2-9CD0-1E4F52B0E603}" srcOrd="0" destOrd="0" presId="urn:microsoft.com/office/officeart/2008/layout/LinedList"/>
    <dgm:cxn modelId="{F312C843-DFE8-4A00-997D-9276F7E9D08E}" srcId="{11364BB8-F490-4159-9B01-CEE931032438}" destId="{3DF03D77-3820-4706-90DA-7E64B28086C1}" srcOrd="2" destOrd="0" parTransId="{234EB659-2616-492A-9F71-F7539C53187C}" sibTransId="{8A47C4F5-772F-4F0F-BE1B-1AB008469B26}"/>
    <dgm:cxn modelId="{687A5868-4ACD-4BB5-900E-39CB94CF6809}" srcId="{11364BB8-F490-4159-9B01-CEE931032438}" destId="{67CB9B7F-61C1-4FF6-8656-6241543B2AEE}" srcOrd="10" destOrd="0" parTransId="{C5CA06F0-F8E4-4B88-8CE6-0D515D9A1B5C}" sibTransId="{FBC96F89-5062-42FB-B483-7466D664DA6B}"/>
    <dgm:cxn modelId="{2E86464E-79A5-4F57-A662-335AEC6F5695}" type="presOf" srcId="{142B6869-DBD4-4DE6-AA7F-FD98275B8463}" destId="{9C4A3D5B-7489-4E6D-A9FC-041DCC67823D}" srcOrd="0" destOrd="0" presId="urn:microsoft.com/office/officeart/2008/layout/LinedList"/>
    <dgm:cxn modelId="{85BC5551-A592-42F4-A65E-676070E345B7}" type="presOf" srcId="{7C39777D-7166-4834-AD41-1B85800A664F}" destId="{8632578C-CF6C-47A4-A62E-3190B04B1EF6}" srcOrd="0" destOrd="0" presId="urn:microsoft.com/office/officeart/2008/layout/LinedList"/>
    <dgm:cxn modelId="{81071972-EE12-40C1-B3F1-23C3F99AB6B5}" srcId="{11364BB8-F490-4159-9B01-CEE931032438}" destId="{6B9DA388-423D-4E2D-9262-FEE0AF4401BA}" srcOrd="5" destOrd="0" parTransId="{6EFFBEBD-F627-4606-89E2-D9423B6CC776}" sibTransId="{D7E05215-B486-40AB-A939-6DB8F3537D34}"/>
    <dgm:cxn modelId="{96C8CC7F-59B7-4A7E-98D0-DCBE25412EB0}" srcId="{11364BB8-F490-4159-9B01-CEE931032438}" destId="{1020152E-E080-45B4-8662-26AF08777091}" srcOrd="6" destOrd="0" parTransId="{4252CE72-236F-468F-9EFF-B92E3B2DA95F}" sibTransId="{9464BAD6-4431-4911-ADBF-07545345C21B}"/>
    <dgm:cxn modelId="{7CAF1B82-2D61-4B4C-851B-CAA58EAB24FD}" type="presOf" srcId="{1020152E-E080-45B4-8662-26AF08777091}" destId="{DC7D5249-A8F1-4140-BB1C-CD375E2FA589}" srcOrd="0" destOrd="0" presId="urn:microsoft.com/office/officeart/2008/layout/LinedList"/>
    <dgm:cxn modelId="{DEAE3182-BD0F-48D7-AAC4-A9FE4F1C2313}" type="presOf" srcId="{DA7A2C71-F2B7-4472-BBB5-CA53CA2FE4EC}" destId="{2B047186-7FA3-458E-BC00-FEEB8633F815}" srcOrd="0" destOrd="0" presId="urn:microsoft.com/office/officeart/2008/layout/LinedList"/>
    <dgm:cxn modelId="{9902AE82-5803-4E41-9FB6-683529E6D358}" srcId="{11364BB8-F490-4159-9B01-CEE931032438}" destId="{7C39777D-7166-4834-AD41-1B85800A664F}" srcOrd="3" destOrd="0" parTransId="{8BB0C1C4-8203-4699-A2DE-1067B625CCF6}" sibTransId="{FD73E8CF-9992-416A-83A8-8FEC65130667}"/>
    <dgm:cxn modelId="{E9CF0398-55D2-4141-A701-F512B3F373C1}" srcId="{11364BB8-F490-4159-9B01-CEE931032438}" destId="{3720F41C-108D-4A39-9700-E3CF97D797D5}" srcOrd="7" destOrd="0" parTransId="{127EE8A8-148F-4507-A307-D44C02E4EF18}" sibTransId="{F30DAE01-6BD9-4F0E-8063-A63A922BD705}"/>
    <dgm:cxn modelId="{CFF8F9A6-70CA-436D-98C3-BCB61D1D85B9}" type="presOf" srcId="{566379EB-D49A-47CF-8AC9-A0F68BA4130F}" destId="{CA8D2145-BC0D-436A-B0B9-92FFD26B693E}" srcOrd="0" destOrd="0" presId="urn:microsoft.com/office/officeart/2008/layout/LinedList"/>
    <dgm:cxn modelId="{FCC989B3-4D6A-49B9-91D9-7EB8C585DB9D}" srcId="{11364BB8-F490-4159-9B01-CEE931032438}" destId="{566379EB-D49A-47CF-8AC9-A0F68BA4130F}" srcOrd="11" destOrd="0" parTransId="{7BB016E6-5D59-4B9D-A461-DCAD91ADA061}" sibTransId="{C2B50921-9B0E-4B81-BD06-BB991C088386}"/>
    <dgm:cxn modelId="{F10A9ACD-C7E4-4DA7-938D-C93D6081F645}" type="presOf" srcId="{7802ED6C-BAFF-4C65-BAD1-7148122AD885}" destId="{A0213893-19EB-44F0-8711-C976AFDA3EA9}" srcOrd="0" destOrd="0" presId="urn:microsoft.com/office/officeart/2008/layout/LinedList"/>
    <dgm:cxn modelId="{F450FECF-35A2-4588-83E6-44B41F4CEEF6}" type="presOf" srcId="{6B9DA388-423D-4E2D-9262-FEE0AF4401BA}" destId="{0882172C-62CF-4DBD-AA49-6074EC597A4C}" srcOrd="0" destOrd="0" presId="urn:microsoft.com/office/officeart/2008/layout/LinedList"/>
    <dgm:cxn modelId="{A7B40BDE-10DA-4AD9-A9F0-536A356E635F}" srcId="{11364BB8-F490-4159-9B01-CEE931032438}" destId="{CB1879E9-D7BE-405B-856B-FB083089F384}" srcOrd="1" destOrd="0" parTransId="{77FD9423-54BB-46AB-85B1-BA3B9FC1C84D}" sibTransId="{E8471587-463B-4E3C-BAB3-D7B2B7E33913}"/>
    <dgm:cxn modelId="{DBF959DE-CDF6-482A-8390-4A5F338DD74D}" type="presOf" srcId="{561D6A9F-312C-47F7-A32F-2B63337ADC99}" destId="{9EDAD5B5-D3E2-4AB0-86FF-694701AF3B43}" srcOrd="0" destOrd="0" presId="urn:microsoft.com/office/officeart/2008/layout/LinedList"/>
    <dgm:cxn modelId="{CD4918E1-C1E6-4914-9F7B-6FCCFB18AD86}" type="presOf" srcId="{3720F41C-108D-4A39-9700-E3CF97D797D5}" destId="{CB7AFEDC-5F67-43DF-8723-D2EA5330B350}" srcOrd="0" destOrd="0" presId="urn:microsoft.com/office/officeart/2008/layout/LinedList"/>
    <dgm:cxn modelId="{01AD3BF3-C082-423C-B1E9-9654D0ED3238}" type="presOf" srcId="{CB1879E9-D7BE-405B-856B-FB083089F384}" destId="{400E7D21-1F86-4AFB-BA66-4C22A2E6026B}" srcOrd="0" destOrd="0" presId="urn:microsoft.com/office/officeart/2008/layout/LinedList"/>
    <dgm:cxn modelId="{6ED8661E-9085-4E92-BA27-74EEBB7F3D0C}" type="presParOf" srcId="{8E812D85-959F-448A-98EB-9184EE92636F}" destId="{CCE32709-8DDB-4472-A867-C9B2C01288A3}" srcOrd="0" destOrd="0" presId="urn:microsoft.com/office/officeart/2008/layout/LinedList"/>
    <dgm:cxn modelId="{FFD55219-FA7F-4AE9-8527-9F2D94C0234C}" type="presParOf" srcId="{8E812D85-959F-448A-98EB-9184EE92636F}" destId="{34CA6170-7FC6-4074-92F4-C58AD3841013}" srcOrd="1" destOrd="0" presId="urn:microsoft.com/office/officeart/2008/layout/LinedList"/>
    <dgm:cxn modelId="{38E8B01A-F9BD-4903-BBE2-C167C8D14372}" type="presParOf" srcId="{34CA6170-7FC6-4074-92F4-C58AD3841013}" destId="{9C4A3D5B-7489-4E6D-A9FC-041DCC67823D}" srcOrd="0" destOrd="0" presId="urn:microsoft.com/office/officeart/2008/layout/LinedList"/>
    <dgm:cxn modelId="{836E8614-8BDE-403A-AABC-231D81F20628}" type="presParOf" srcId="{34CA6170-7FC6-4074-92F4-C58AD3841013}" destId="{A2BB336E-AC69-4248-B545-E38544F24DE3}" srcOrd="1" destOrd="0" presId="urn:microsoft.com/office/officeart/2008/layout/LinedList"/>
    <dgm:cxn modelId="{AD43C5E4-ADEB-4C56-BFED-DB4B24618A69}" type="presParOf" srcId="{8E812D85-959F-448A-98EB-9184EE92636F}" destId="{E3C8EC6A-0D49-4502-9E52-7983D7F36982}" srcOrd="2" destOrd="0" presId="urn:microsoft.com/office/officeart/2008/layout/LinedList"/>
    <dgm:cxn modelId="{BBB856F4-4C6F-42C3-8A70-DD2FE135270C}" type="presParOf" srcId="{8E812D85-959F-448A-98EB-9184EE92636F}" destId="{9B1EC106-250F-489F-AA0E-B219B1F66C41}" srcOrd="3" destOrd="0" presId="urn:microsoft.com/office/officeart/2008/layout/LinedList"/>
    <dgm:cxn modelId="{9E76B63F-D673-4042-A57C-070887DAB6F6}" type="presParOf" srcId="{9B1EC106-250F-489F-AA0E-B219B1F66C41}" destId="{400E7D21-1F86-4AFB-BA66-4C22A2E6026B}" srcOrd="0" destOrd="0" presId="urn:microsoft.com/office/officeart/2008/layout/LinedList"/>
    <dgm:cxn modelId="{369DB76C-8591-4D1D-8C6B-B48DBEA0EF29}" type="presParOf" srcId="{9B1EC106-250F-489F-AA0E-B219B1F66C41}" destId="{C47FE696-0B49-4945-84C9-58F5ADF82CC0}" srcOrd="1" destOrd="0" presId="urn:microsoft.com/office/officeart/2008/layout/LinedList"/>
    <dgm:cxn modelId="{F3A6D0A9-B3B6-4417-87A1-72B5D99A00DD}" type="presParOf" srcId="{8E812D85-959F-448A-98EB-9184EE92636F}" destId="{C2F4A841-010A-4AB2-BC43-31E6253D50F6}" srcOrd="4" destOrd="0" presId="urn:microsoft.com/office/officeart/2008/layout/LinedList"/>
    <dgm:cxn modelId="{C1E6AE45-BE8C-4BFA-B1D4-B60EC5E73E4F}" type="presParOf" srcId="{8E812D85-959F-448A-98EB-9184EE92636F}" destId="{EDB67AE0-8E26-4205-8E1D-F3FC479489DE}" srcOrd="5" destOrd="0" presId="urn:microsoft.com/office/officeart/2008/layout/LinedList"/>
    <dgm:cxn modelId="{1DC5C5C4-A180-4F8E-8716-D6E4F06C4CE5}" type="presParOf" srcId="{EDB67AE0-8E26-4205-8E1D-F3FC479489DE}" destId="{EC21CA1B-628E-425B-8C42-7589552B2A52}" srcOrd="0" destOrd="0" presId="urn:microsoft.com/office/officeart/2008/layout/LinedList"/>
    <dgm:cxn modelId="{04913DC7-B0EF-444E-BB92-DD766C3A60AE}" type="presParOf" srcId="{EDB67AE0-8E26-4205-8E1D-F3FC479489DE}" destId="{35E248B1-8D0E-4C45-86A5-B7FA28883EA9}" srcOrd="1" destOrd="0" presId="urn:microsoft.com/office/officeart/2008/layout/LinedList"/>
    <dgm:cxn modelId="{D5276AEA-BA37-4175-B392-DCA9E7D7D1BF}" type="presParOf" srcId="{8E812D85-959F-448A-98EB-9184EE92636F}" destId="{2D14EE77-313D-40B8-A3E7-76885DA623A4}" srcOrd="6" destOrd="0" presId="urn:microsoft.com/office/officeart/2008/layout/LinedList"/>
    <dgm:cxn modelId="{27EB6D5A-6B7C-434D-AC01-C6F4494E2E2D}" type="presParOf" srcId="{8E812D85-959F-448A-98EB-9184EE92636F}" destId="{40FC53BB-ABA9-49B7-8544-B16630BF5C42}" srcOrd="7" destOrd="0" presId="urn:microsoft.com/office/officeart/2008/layout/LinedList"/>
    <dgm:cxn modelId="{30DB5549-AB21-45DA-B710-1A3EA58A6F6E}" type="presParOf" srcId="{40FC53BB-ABA9-49B7-8544-B16630BF5C42}" destId="{8632578C-CF6C-47A4-A62E-3190B04B1EF6}" srcOrd="0" destOrd="0" presId="urn:microsoft.com/office/officeart/2008/layout/LinedList"/>
    <dgm:cxn modelId="{9AF7219F-3107-4B25-B0E3-936856322B06}" type="presParOf" srcId="{40FC53BB-ABA9-49B7-8544-B16630BF5C42}" destId="{94A2CD90-C334-4175-8F40-67ACA37BECFE}" srcOrd="1" destOrd="0" presId="urn:microsoft.com/office/officeart/2008/layout/LinedList"/>
    <dgm:cxn modelId="{57EF4B81-78B1-4624-8FF9-52CE4953730E}" type="presParOf" srcId="{8E812D85-959F-448A-98EB-9184EE92636F}" destId="{20AE9D1A-90F4-44F2-A6BA-CF7C11C1F564}" srcOrd="8" destOrd="0" presId="urn:microsoft.com/office/officeart/2008/layout/LinedList"/>
    <dgm:cxn modelId="{C7E7C4C2-2BC6-49CD-B1D4-3382EA137343}" type="presParOf" srcId="{8E812D85-959F-448A-98EB-9184EE92636F}" destId="{6180391C-5142-4448-ACEF-010F2BA81900}" srcOrd="9" destOrd="0" presId="urn:microsoft.com/office/officeart/2008/layout/LinedList"/>
    <dgm:cxn modelId="{7FE0547F-A576-4EDC-9996-2C0E551F3F86}" type="presParOf" srcId="{6180391C-5142-4448-ACEF-010F2BA81900}" destId="{9EDAD5B5-D3E2-4AB0-86FF-694701AF3B43}" srcOrd="0" destOrd="0" presId="urn:microsoft.com/office/officeart/2008/layout/LinedList"/>
    <dgm:cxn modelId="{0B8BCA1D-26C7-4715-8907-9E44032A4C5E}" type="presParOf" srcId="{6180391C-5142-4448-ACEF-010F2BA81900}" destId="{A0E97661-7038-4B73-9D3A-A3EEE94F0B3C}" srcOrd="1" destOrd="0" presId="urn:microsoft.com/office/officeart/2008/layout/LinedList"/>
    <dgm:cxn modelId="{4CCE88E0-C4A8-4B9E-B28A-E53BF47BF5FE}" type="presParOf" srcId="{8E812D85-959F-448A-98EB-9184EE92636F}" destId="{454FF71E-8195-4D70-93C5-B7EB9B117ADB}" srcOrd="10" destOrd="0" presId="urn:microsoft.com/office/officeart/2008/layout/LinedList"/>
    <dgm:cxn modelId="{A637FF9D-B632-44EA-BB17-D78C80C33DDD}" type="presParOf" srcId="{8E812D85-959F-448A-98EB-9184EE92636F}" destId="{44B7B65F-420A-4267-9F36-A017FB17F5DD}" srcOrd="11" destOrd="0" presId="urn:microsoft.com/office/officeart/2008/layout/LinedList"/>
    <dgm:cxn modelId="{B43B65FE-3C3E-4FFB-B997-57CE2116230C}" type="presParOf" srcId="{44B7B65F-420A-4267-9F36-A017FB17F5DD}" destId="{0882172C-62CF-4DBD-AA49-6074EC597A4C}" srcOrd="0" destOrd="0" presId="urn:microsoft.com/office/officeart/2008/layout/LinedList"/>
    <dgm:cxn modelId="{E37D1D33-6DB4-4332-B724-902A0C1590EF}" type="presParOf" srcId="{44B7B65F-420A-4267-9F36-A017FB17F5DD}" destId="{2C5AF44A-AE90-4D9C-BA7C-82B3629511EB}" srcOrd="1" destOrd="0" presId="urn:microsoft.com/office/officeart/2008/layout/LinedList"/>
    <dgm:cxn modelId="{EBC1EB23-05FF-4650-A956-FDEF5656AF1C}" type="presParOf" srcId="{8E812D85-959F-448A-98EB-9184EE92636F}" destId="{D8C955B2-A1AB-4305-9DDA-9EA519E63413}" srcOrd="12" destOrd="0" presId="urn:microsoft.com/office/officeart/2008/layout/LinedList"/>
    <dgm:cxn modelId="{B948B8E9-4830-45C1-A00A-01AC4221C6B3}" type="presParOf" srcId="{8E812D85-959F-448A-98EB-9184EE92636F}" destId="{43E893ED-4DF8-4849-ACB9-C1EEC27D30CA}" srcOrd="13" destOrd="0" presId="urn:microsoft.com/office/officeart/2008/layout/LinedList"/>
    <dgm:cxn modelId="{4899C719-7D22-4423-86C1-4D46F8321220}" type="presParOf" srcId="{43E893ED-4DF8-4849-ACB9-C1EEC27D30CA}" destId="{DC7D5249-A8F1-4140-BB1C-CD375E2FA589}" srcOrd="0" destOrd="0" presId="urn:microsoft.com/office/officeart/2008/layout/LinedList"/>
    <dgm:cxn modelId="{06FEC441-B461-4B86-B641-CDC9FBEDF944}" type="presParOf" srcId="{43E893ED-4DF8-4849-ACB9-C1EEC27D30CA}" destId="{6B227EEF-C243-4C92-A504-036937FB207A}" srcOrd="1" destOrd="0" presId="urn:microsoft.com/office/officeart/2008/layout/LinedList"/>
    <dgm:cxn modelId="{FB2ED8B9-CE5D-4578-B693-9D5B66CA2D75}" type="presParOf" srcId="{8E812D85-959F-448A-98EB-9184EE92636F}" destId="{ED4B32FF-0642-4A80-B05C-1104599B93C2}" srcOrd="14" destOrd="0" presId="urn:microsoft.com/office/officeart/2008/layout/LinedList"/>
    <dgm:cxn modelId="{6C4BC525-6F61-4D80-BD72-36D1E424A2A1}" type="presParOf" srcId="{8E812D85-959F-448A-98EB-9184EE92636F}" destId="{735BA803-6C2D-4CB2-A240-F8F82F81CB7E}" srcOrd="15" destOrd="0" presId="urn:microsoft.com/office/officeart/2008/layout/LinedList"/>
    <dgm:cxn modelId="{F65911EF-5067-4F47-971E-04E6670F1FA0}" type="presParOf" srcId="{735BA803-6C2D-4CB2-A240-F8F82F81CB7E}" destId="{CB7AFEDC-5F67-43DF-8723-D2EA5330B350}" srcOrd="0" destOrd="0" presId="urn:microsoft.com/office/officeart/2008/layout/LinedList"/>
    <dgm:cxn modelId="{8034C07B-35F5-46F0-82D1-39BBE19A9FFA}" type="presParOf" srcId="{735BA803-6C2D-4CB2-A240-F8F82F81CB7E}" destId="{F08DB866-FB37-4562-9C63-448BB2C7A2E2}" srcOrd="1" destOrd="0" presId="urn:microsoft.com/office/officeart/2008/layout/LinedList"/>
    <dgm:cxn modelId="{1B4187BD-B9ED-4098-8C04-BE4F1086E1D5}" type="presParOf" srcId="{8E812D85-959F-448A-98EB-9184EE92636F}" destId="{70202490-E084-4FA2-A71E-70274C2C8990}" srcOrd="16" destOrd="0" presId="urn:microsoft.com/office/officeart/2008/layout/LinedList"/>
    <dgm:cxn modelId="{6324CE7D-3192-45BD-95A7-0B2257D6AE6E}" type="presParOf" srcId="{8E812D85-959F-448A-98EB-9184EE92636F}" destId="{4A43E0D5-1450-414D-9A81-BE864AFECB5B}" srcOrd="17" destOrd="0" presId="urn:microsoft.com/office/officeart/2008/layout/LinedList"/>
    <dgm:cxn modelId="{A0FA7FF5-7BDD-40E9-B3A7-42660F3DB95F}" type="presParOf" srcId="{4A43E0D5-1450-414D-9A81-BE864AFECB5B}" destId="{A0213893-19EB-44F0-8711-C976AFDA3EA9}" srcOrd="0" destOrd="0" presId="urn:microsoft.com/office/officeart/2008/layout/LinedList"/>
    <dgm:cxn modelId="{F7DC5BF5-BBB0-47F2-80AE-F999E818D352}" type="presParOf" srcId="{4A43E0D5-1450-414D-9A81-BE864AFECB5B}" destId="{A745B891-5384-41E1-B3EC-FBD9B9FF1FA0}" srcOrd="1" destOrd="0" presId="urn:microsoft.com/office/officeart/2008/layout/LinedList"/>
    <dgm:cxn modelId="{3178FC90-BDA5-41A8-A184-FF120FA721D9}" type="presParOf" srcId="{8E812D85-959F-448A-98EB-9184EE92636F}" destId="{900C5901-AB9F-4A42-85D7-96C9FFC6646A}" srcOrd="18" destOrd="0" presId="urn:microsoft.com/office/officeart/2008/layout/LinedList"/>
    <dgm:cxn modelId="{05FA86BE-A3BA-4B5C-B061-D65A797A77F3}" type="presParOf" srcId="{8E812D85-959F-448A-98EB-9184EE92636F}" destId="{F295DB6C-B4A2-4424-860F-6F6B73DFF7B7}" srcOrd="19" destOrd="0" presId="urn:microsoft.com/office/officeart/2008/layout/LinedList"/>
    <dgm:cxn modelId="{D03955D2-4269-4DAC-A08C-12BE81056B04}" type="presParOf" srcId="{F295DB6C-B4A2-4424-860F-6F6B73DFF7B7}" destId="{2B047186-7FA3-458E-BC00-FEEB8633F815}" srcOrd="0" destOrd="0" presId="urn:microsoft.com/office/officeart/2008/layout/LinedList"/>
    <dgm:cxn modelId="{24D23290-4157-43E7-94F4-2483F6616E66}" type="presParOf" srcId="{F295DB6C-B4A2-4424-860F-6F6B73DFF7B7}" destId="{88117DA7-E738-4469-A2DD-327585D902B9}" srcOrd="1" destOrd="0" presId="urn:microsoft.com/office/officeart/2008/layout/LinedList"/>
    <dgm:cxn modelId="{9BDC27EA-3086-4EFF-BC77-DBEA0AB48B68}" type="presParOf" srcId="{8E812D85-959F-448A-98EB-9184EE92636F}" destId="{60D2EB12-48BA-4463-A4A8-BDCEA155085A}" srcOrd="20" destOrd="0" presId="urn:microsoft.com/office/officeart/2008/layout/LinedList"/>
    <dgm:cxn modelId="{C6A73098-0F64-4E95-835A-5D100A77E993}" type="presParOf" srcId="{8E812D85-959F-448A-98EB-9184EE92636F}" destId="{BB7FB993-D542-4A6D-82C2-CA13A0E46F43}" srcOrd="21" destOrd="0" presId="urn:microsoft.com/office/officeart/2008/layout/LinedList"/>
    <dgm:cxn modelId="{0273940E-20C9-4542-9058-CA88F9296BD3}" type="presParOf" srcId="{BB7FB993-D542-4A6D-82C2-CA13A0E46F43}" destId="{943B8FE2-ADA9-41E2-9CD0-1E4F52B0E603}" srcOrd="0" destOrd="0" presId="urn:microsoft.com/office/officeart/2008/layout/LinedList"/>
    <dgm:cxn modelId="{F7943CC2-5E3C-4858-8D5E-455DDA10588C}" type="presParOf" srcId="{BB7FB993-D542-4A6D-82C2-CA13A0E46F43}" destId="{AA5D5101-4B9E-4580-8FBF-BC3C61F0B997}" srcOrd="1" destOrd="0" presId="urn:microsoft.com/office/officeart/2008/layout/LinedList"/>
    <dgm:cxn modelId="{4CBB932B-DFF0-4BA1-B041-B24B311CBB00}" type="presParOf" srcId="{8E812D85-959F-448A-98EB-9184EE92636F}" destId="{482C5326-E166-4159-A4D6-DC471B59B8E1}" srcOrd="22" destOrd="0" presId="urn:microsoft.com/office/officeart/2008/layout/LinedList"/>
    <dgm:cxn modelId="{2F544208-95B6-4CF0-90F5-1502D65B5649}" type="presParOf" srcId="{8E812D85-959F-448A-98EB-9184EE92636F}" destId="{BDB0F491-8EEC-490E-A23F-62C9BD0BF709}" srcOrd="23" destOrd="0" presId="urn:microsoft.com/office/officeart/2008/layout/LinedList"/>
    <dgm:cxn modelId="{CDACD42F-B891-4DEB-A1CF-D7E8856FFB62}" type="presParOf" srcId="{BDB0F491-8EEC-490E-A23F-62C9BD0BF709}" destId="{CA8D2145-BC0D-436A-B0B9-92FFD26B693E}" srcOrd="0" destOrd="0" presId="urn:microsoft.com/office/officeart/2008/layout/LinedList"/>
    <dgm:cxn modelId="{47A0268D-1991-4E09-8051-A5EDDEBBF536}" type="presParOf" srcId="{BDB0F491-8EEC-490E-A23F-62C9BD0BF709}" destId="{1588897E-10E9-4023-9117-61BD296890D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E32709-8DDB-4472-A867-C9B2C01288A3}">
      <dsp:nvSpPr>
        <dsp:cNvPr id="0" name=""/>
        <dsp:cNvSpPr/>
      </dsp:nvSpPr>
      <dsp:spPr>
        <a:xfrm>
          <a:off x="0" y="2687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4A3D5B-7489-4E6D-A9FC-041DCC67823D}">
      <dsp:nvSpPr>
        <dsp:cNvPr id="0" name=""/>
        <dsp:cNvSpPr/>
      </dsp:nvSpPr>
      <dsp:spPr>
        <a:xfrm>
          <a:off x="0" y="2687"/>
          <a:ext cx="6263640" cy="458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1. Shipment Characteristics</a:t>
          </a:r>
          <a:endParaRPr lang="en-US" sz="2100" kern="1200" dirty="0"/>
        </a:p>
      </dsp:txBody>
      <dsp:txXfrm>
        <a:off x="0" y="2687"/>
        <a:ext cx="6263640" cy="458276"/>
      </dsp:txXfrm>
    </dsp:sp>
    <dsp:sp modelId="{E3C8EC6A-0D49-4502-9E52-7983D7F36982}">
      <dsp:nvSpPr>
        <dsp:cNvPr id="0" name=""/>
        <dsp:cNvSpPr/>
      </dsp:nvSpPr>
      <dsp:spPr>
        <a:xfrm>
          <a:off x="0" y="460963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E7D21-1F86-4AFB-BA66-4C22A2E6026B}">
      <dsp:nvSpPr>
        <dsp:cNvPr id="0" name=""/>
        <dsp:cNvSpPr/>
      </dsp:nvSpPr>
      <dsp:spPr>
        <a:xfrm>
          <a:off x="0" y="460963"/>
          <a:ext cx="6263640" cy="458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Declarations by Month </a:t>
          </a:r>
        </a:p>
      </dsp:txBody>
      <dsp:txXfrm>
        <a:off x="0" y="460963"/>
        <a:ext cx="6263640" cy="458276"/>
      </dsp:txXfrm>
    </dsp:sp>
    <dsp:sp modelId="{C2F4A841-010A-4AB2-BC43-31E6253D50F6}">
      <dsp:nvSpPr>
        <dsp:cNvPr id="0" name=""/>
        <dsp:cNvSpPr/>
      </dsp:nvSpPr>
      <dsp:spPr>
        <a:xfrm>
          <a:off x="0" y="919239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21CA1B-628E-425B-8C42-7589552B2A52}">
      <dsp:nvSpPr>
        <dsp:cNvPr id="0" name=""/>
        <dsp:cNvSpPr/>
      </dsp:nvSpPr>
      <dsp:spPr>
        <a:xfrm>
          <a:off x="0" y="919239"/>
          <a:ext cx="6263640" cy="458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Transport Type Distribution </a:t>
          </a:r>
        </a:p>
      </dsp:txBody>
      <dsp:txXfrm>
        <a:off x="0" y="919239"/>
        <a:ext cx="6263640" cy="458276"/>
      </dsp:txXfrm>
    </dsp:sp>
    <dsp:sp modelId="{2D14EE77-313D-40B8-A3E7-76885DA623A4}">
      <dsp:nvSpPr>
        <dsp:cNvPr id="0" name=""/>
        <dsp:cNvSpPr/>
      </dsp:nvSpPr>
      <dsp:spPr>
        <a:xfrm>
          <a:off x="0" y="1377515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32578C-CF6C-47A4-A62E-3190B04B1EF6}">
      <dsp:nvSpPr>
        <dsp:cNvPr id="0" name=""/>
        <dsp:cNvSpPr/>
      </dsp:nvSpPr>
      <dsp:spPr>
        <a:xfrm>
          <a:off x="0" y="1377515"/>
          <a:ext cx="6263640" cy="458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Branch Distribution</a:t>
          </a:r>
        </a:p>
      </dsp:txBody>
      <dsp:txXfrm>
        <a:off x="0" y="1377515"/>
        <a:ext cx="6263640" cy="458276"/>
      </dsp:txXfrm>
    </dsp:sp>
    <dsp:sp modelId="{20AE9D1A-90F4-44F2-A6BA-CF7C11C1F564}">
      <dsp:nvSpPr>
        <dsp:cNvPr id="0" name=""/>
        <dsp:cNvSpPr/>
      </dsp:nvSpPr>
      <dsp:spPr>
        <a:xfrm>
          <a:off x="0" y="1835791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DAD5B5-D3E2-4AB0-86FF-694701AF3B43}">
      <dsp:nvSpPr>
        <dsp:cNvPr id="0" name=""/>
        <dsp:cNvSpPr/>
      </dsp:nvSpPr>
      <dsp:spPr>
        <a:xfrm>
          <a:off x="0" y="1835791"/>
          <a:ext cx="6263640" cy="458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2. Profitability Analysis</a:t>
          </a:r>
          <a:endParaRPr lang="en-US" sz="2100" kern="1200" dirty="0"/>
        </a:p>
      </dsp:txBody>
      <dsp:txXfrm>
        <a:off x="0" y="1835791"/>
        <a:ext cx="6263640" cy="458276"/>
      </dsp:txXfrm>
    </dsp:sp>
    <dsp:sp modelId="{454FF71E-8195-4D70-93C5-B7EB9B117ADB}">
      <dsp:nvSpPr>
        <dsp:cNvPr id="0" name=""/>
        <dsp:cNvSpPr/>
      </dsp:nvSpPr>
      <dsp:spPr>
        <a:xfrm>
          <a:off x="0" y="2294067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82172C-62CF-4DBD-AA49-6074EC597A4C}">
      <dsp:nvSpPr>
        <dsp:cNvPr id="0" name=""/>
        <dsp:cNvSpPr/>
      </dsp:nvSpPr>
      <dsp:spPr>
        <a:xfrm>
          <a:off x="0" y="2294067"/>
          <a:ext cx="6263640" cy="458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Monthly Profit Trend </a:t>
          </a:r>
        </a:p>
      </dsp:txBody>
      <dsp:txXfrm>
        <a:off x="0" y="2294067"/>
        <a:ext cx="6263640" cy="458276"/>
      </dsp:txXfrm>
    </dsp:sp>
    <dsp:sp modelId="{D8C955B2-A1AB-4305-9DDA-9EA519E63413}">
      <dsp:nvSpPr>
        <dsp:cNvPr id="0" name=""/>
        <dsp:cNvSpPr/>
      </dsp:nvSpPr>
      <dsp:spPr>
        <a:xfrm>
          <a:off x="0" y="2752343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7D5249-A8F1-4140-BB1C-CD375E2FA589}">
      <dsp:nvSpPr>
        <dsp:cNvPr id="0" name=""/>
        <dsp:cNvSpPr/>
      </dsp:nvSpPr>
      <dsp:spPr>
        <a:xfrm>
          <a:off x="0" y="2752343"/>
          <a:ext cx="6263640" cy="458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Profit by Branch </a:t>
          </a:r>
        </a:p>
      </dsp:txBody>
      <dsp:txXfrm>
        <a:off x="0" y="2752343"/>
        <a:ext cx="6263640" cy="458276"/>
      </dsp:txXfrm>
    </dsp:sp>
    <dsp:sp modelId="{ED4B32FF-0642-4A80-B05C-1104599B93C2}">
      <dsp:nvSpPr>
        <dsp:cNvPr id="0" name=""/>
        <dsp:cNvSpPr/>
      </dsp:nvSpPr>
      <dsp:spPr>
        <a:xfrm>
          <a:off x="0" y="3210620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7AFEDC-5F67-43DF-8723-D2EA5330B350}">
      <dsp:nvSpPr>
        <dsp:cNvPr id="0" name=""/>
        <dsp:cNvSpPr/>
      </dsp:nvSpPr>
      <dsp:spPr>
        <a:xfrm>
          <a:off x="0" y="3210620"/>
          <a:ext cx="6263640" cy="458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Revenue vs Profit</a:t>
          </a:r>
        </a:p>
      </dsp:txBody>
      <dsp:txXfrm>
        <a:off x="0" y="3210620"/>
        <a:ext cx="6263640" cy="458276"/>
      </dsp:txXfrm>
    </dsp:sp>
    <dsp:sp modelId="{70202490-E084-4FA2-A71E-70274C2C8990}">
      <dsp:nvSpPr>
        <dsp:cNvPr id="0" name=""/>
        <dsp:cNvSpPr/>
      </dsp:nvSpPr>
      <dsp:spPr>
        <a:xfrm>
          <a:off x="0" y="3668896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213893-19EB-44F0-8711-C976AFDA3EA9}">
      <dsp:nvSpPr>
        <dsp:cNvPr id="0" name=""/>
        <dsp:cNvSpPr/>
      </dsp:nvSpPr>
      <dsp:spPr>
        <a:xfrm>
          <a:off x="0" y="3668896"/>
          <a:ext cx="6263640" cy="458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3. Delay Analysis</a:t>
          </a:r>
          <a:endParaRPr lang="en-US" sz="2100" kern="1200" dirty="0"/>
        </a:p>
      </dsp:txBody>
      <dsp:txXfrm>
        <a:off x="0" y="3668896"/>
        <a:ext cx="6263640" cy="458276"/>
      </dsp:txXfrm>
    </dsp:sp>
    <dsp:sp modelId="{900C5901-AB9F-4A42-85D7-96C9FFC6646A}">
      <dsp:nvSpPr>
        <dsp:cNvPr id="0" name=""/>
        <dsp:cNvSpPr/>
      </dsp:nvSpPr>
      <dsp:spPr>
        <a:xfrm>
          <a:off x="0" y="4127172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47186-7FA3-458E-BC00-FEEB8633F815}">
      <dsp:nvSpPr>
        <dsp:cNvPr id="0" name=""/>
        <dsp:cNvSpPr/>
      </dsp:nvSpPr>
      <dsp:spPr>
        <a:xfrm>
          <a:off x="0" y="4127172"/>
          <a:ext cx="6263640" cy="458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Delay Distribution </a:t>
          </a:r>
        </a:p>
      </dsp:txBody>
      <dsp:txXfrm>
        <a:off x="0" y="4127172"/>
        <a:ext cx="6263640" cy="458276"/>
      </dsp:txXfrm>
    </dsp:sp>
    <dsp:sp modelId="{60D2EB12-48BA-4463-A4A8-BDCEA155085A}">
      <dsp:nvSpPr>
        <dsp:cNvPr id="0" name=""/>
        <dsp:cNvSpPr/>
      </dsp:nvSpPr>
      <dsp:spPr>
        <a:xfrm>
          <a:off x="0" y="4585448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3B8FE2-ADA9-41E2-9CD0-1E4F52B0E603}">
      <dsp:nvSpPr>
        <dsp:cNvPr id="0" name=""/>
        <dsp:cNvSpPr/>
      </dsp:nvSpPr>
      <dsp:spPr>
        <a:xfrm>
          <a:off x="0" y="4585448"/>
          <a:ext cx="6263640" cy="458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Delay by Transport Type </a:t>
          </a:r>
        </a:p>
      </dsp:txBody>
      <dsp:txXfrm>
        <a:off x="0" y="4585448"/>
        <a:ext cx="6263640" cy="458276"/>
      </dsp:txXfrm>
    </dsp:sp>
    <dsp:sp modelId="{482C5326-E166-4159-A4D6-DC471B59B8E1}">
      <dsp:nvSpPr>
        <dsp:cNvPr id="0" name=""/>
        <dsp:cNvSpPr/>
      </dsp:nvSpPr>
      <dsp:spPr>
        <a:xfrm>
          <a:off x="0" y="5043724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8D2145-BC0D-436A-B0B9-92FFD26B693E}">
      <dsp:nvSpPr>
        <dsp:cNvPr id="0" name=""/>
        <dsp:cNvSpPr/>
      </dsp:nvSpPr>
      <dsp:spPr>
        <a:xfrm>
          <a:off x="0" y="5043724"/>
          <a:ext cx="6263640" cy="458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Delay vs Profit</a:t>
          </a:r>
        </a:p>
      </dsp:txBody>
      <dsp:txXfrm>
        <a:off x="0" y="5043724"/>
        <a:ext cx="6263640" cy="4582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231DE6-C9F6-4113-B5C2-5CC22D6D4528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BB17EA-AA7E-4EE3-A1B6-AA16022CE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5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BB17EA-AA7E-4EE3-A1B6-AA16022CE7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623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9FCD9-73E7-372B-22E1-B92F29501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C840BC-54E9-CF41-D2D4-698C2393F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F9E17-F41C-98A3-9333-5E3EFEE65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279FA-A0B4-41ED-9230-4B8E2D71FD2D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D4B69-F965-A45F-51B3-F373E1651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51F49-C92A-60B2-FC4B-8B3FD9C96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608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4DCA6-4991-3F78-9500-85746E1D5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F29A2-7803-5DD2-C3BF-B69DA2BCE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7F767-A056-83CA-464D-F070089E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0A6D1-F9B1-442D-86FE-145050ED7DB0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5AD36-2C35-C8D2-97B6-C30F7C07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04520-ADFF-281A-5C0B-BA4808D83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21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00C09-4295-3FC5-49E6-032C0BAD2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4E219-3AEE-BC7A-A98C-FD6737F58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7C2A9-263E-9ADE-CD17-C65E4F971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C19F-5676-4FFF-A024-45E6CDD4D35E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871A8-764C-37B8-256B-9A4491F74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69294-BA59-BB2F-0307-20CA7581E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79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CFDB7-AB27-7D24-622E-4DDD5CB10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AD2EF-85EC-0D9C-1461-26A0984F74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02697-A6A5-8C2A-DC1A-CFBE0F506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50114-9D81-1E81-2AD9-73D1A11A4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68F1E-BB09-476D-B620-651BE95C2B49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4BA0F-B0C0-F43A-855B-6B5DC4BD1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7B84E-6543-DC7C-8AD0-455CE7A3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19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C868-27C7-8315-8C7F-1C671A8E3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C61D4-3E63-D92E-40BC-BCF361AEE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7FBF6-6D2B-74E8-4591-0A4A461A4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434FFA-8DC3-BA97-B29D-3C696411A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88AE2C-DCB4-84FC-20B9-9B437392C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48B779-4A5D-B924-1B8A-8C0F85597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42E7-2BA5-490D-A062-E4ABDD4F6F54}" type="datetime1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6A1356-0DAA-AD1F-759B-7A3D55D3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819084-B886-EA64-91C9-0C25EC2AD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3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9C0B-5D4A-6AE6-8573-7E7DB792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DE939-BD52-A51D-00F9-E8988EF48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15D68-5B83-4B01-A43E-F645AD7D37DF}" type="datetime1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DB7DE7-4D4F-606A-60C4-E20CA6E52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BA9A4-DB36-8920-84C0-372695BB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1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23804-D584-E0BF-2F9D-E9CD03F7C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AFE19-A543-4375-8D10-D0F876A27C2C}" type="datetime1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3A9315-EBB1-0206-09DB-C961D7723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E0511-BAF9-B8F0-C6A3-447099C97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82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3128-4A7B-DC4E-6228-793FD70D6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EE5F4-381E-E665-AF28-440917F1C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1F0A39-0608-BE76-F5AD-EDB773282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D0193-210F-E2E6-CF75-C87D30477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0F84D-6819-43AC-BE33-F605633E5AB5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D5B9E-FAF4-3176-3709-C66CB7698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054F5-327F-4426-1602-ED0FECCF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536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93CA6-7A8D-773C-531A-D29A25875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2F9650-8E98-6785-10FC-14AF9994A2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BCFFF5-E450-89F2-D410-AC77D0EBE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5A56A-A4EE-D3E7-6EA3-531C40E40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59AF-1BF0-4C17-9A3E-CE1751F26F0B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AABE7-27FE-8A53-8281-F220D325F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399D4-D452-4F3B-AEEA-0A9D80F62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03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C44D8-A8A1-248B-6E8F-20E6FDD83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FBDB3-3B46-A2DB-F240-0325635C1E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C755A-609C-DCD3-96CE-71FD2A37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E10D-D0C6-4FE6-A8FF-5999139E1A1F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63A5-5832-3640-4A79-584B06AC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9AAED-A909-0F5C-B3D0-D3E128AB3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189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2D2DF7-BF58-AF96-E1C7-A32AD96DEC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B612DD-A03F-07DA-A822-6E7A69E26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773A2-D090-3166-3F26-C5020D666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B80C-9FC9-4677-9586-51CB8A6A69BB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28323-81E3-4F4F-7158-3163CBB56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F4BC7-1BDE-0663-BE05-FE37627C3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98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B4D41B-D9BC-C31C-7449-2F7609D1C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DBB8F-8A67-7CB9-00CF-E16973BDC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283F6-9224-8188-76B7-F4DDDD6DD7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A028FF-D45D-4938-BEF8-743E75613B9E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69FC8-45DB-E665-662D-D3DDD63E53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2152D-0FE5-8ABE-D6B7-713DB730F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2BC347-EF52-42C2-B456-1A5AB332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2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Triangle 33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1858E-9A62-A1A5-52ED-30E96126F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304" y="2742557"/>
            <a:ext cx="5925989" cy="1936272"/>
          </a:xfrm>
        </p:spPr>
        <p:txBody>
          <a:bodyPr anchor="b">
            <a:noAutofit/>
          </a:bodyPr>
          <a:lstStyle/>
          <a:p>
            <a:r>
              <a:rPr lang="en-US" sz="2400" dirty="0"/>
              <a:t>Maryi Tatiana Palacios Giraldo</a:t>
            </a:r>
            <a:br>
              <a:rPr lang="en-US" sz="2400" dirty="0"/>
            </a:br>
            <a:br>
              <a:rPr lang="en-US" sz="2400" dirty="0"/>
            </a:br>
            <a:r>
              <a:rPr lang="en-US" sz="1800" dirty="0"/>
              <a:t>Master of Science in Data Science</a:t>
            </a:r>
            <a:br>
              <a:rPr lang="en-US" sz="1800" dirty="0"/>
            </a:br>
            <a:r>
              <a:rPr lang="en-US" sz="1800" dirty="0"/>
              <a:t>Regis University</a:t>
            </a:r>
            <a:br>
              <a:rPr lang="en-US" sz="1800" dirty="0"/>
            </a:br>
            <a:r>
              <a:rPr lang="en-US" sz="1800" dirty="0"/>
              <a:t>MSDS 692 Practicum I</a:t>
            </a:r>
            <a:br>
              <a:rPr lang="en-US" sz="1800" dirty="0"/>
            </a:br>
            <a:r>
              <a:rPr lang="en-US" sz="1800" dirty="0"/>
              <a:t>June 2026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C3176-38BF-7FD2-2023-5260A8178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6769" y="1813844"/>
            <a:ext cx="10335061" cy="1312657"/>
          </a:xfrm>
        </p:spPr>
        <p:txBody>
          <a:bodyPr anchor="t">
            <a:normAutofit/>
          </a:bodyPr>
          <a:lstStyle/>
          <a:p>
            <a:r>
              <a:rPr lang="en-US" sz="3200" dirty="0"/>
              <a:t>Predicting Profitability in Logistics Operations Using ML</a:t>
            </a:r>
          </a:p>
        </p:txBody>
      </p:sp>
      <p:pic>
        <p:nvPicPr>
          <p:cNvPr id="4" name="Picture 3" descr="Regis University MediaSpace">
            <a:extLst>
              <a:ext uri="{FF2B5EF4-FFF2-40B4-BE49-F238E27FC236}">
                <a16:creationId xmlns:a16="http://schemas.microsoft.com/office/drawing/2014/main" id="{EAE84378-59D5-601C-AB1E-6879C63A1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74" y="254457"/>
            <a:ext cx="2621772" cy="29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35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82E55-B339-295B-48C1-63ED1D3F5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6DF21-29EF-D332-3DBA-0F3F05780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77000" cy="4351338"/>
          </a:xfrm>
        </p:spPr>
        <p:txBody>
          <a:bodyPr>
            <a:normAutofit/>
          </a:bodyPr>
          <a:lstStyle/>
          <a:p>
            <a:r>
              <a:rPr lang="en-US" dirty="0"/>
              <a:t>Gallagher Transport International is a U.S. based customs brokerage and freight logistics company. </a:t>
            </a:r>
          </a:p>
          <a:p>
            <a:r>
              <a:rPr lang="en-US" dirty="0"/>
              <a:t>The company manages international shipments through multiple transportation modes, including air, ocean, and ground freight.</a:t>
            </a:r>
          </a:p>
          <a:p>
            <a:r>
              <a:rPr lang="en-US" dirty="0"/>
              <a:t>Main business are companies that import products to the US, also household goods imports.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0B5FC-3294-4BD3-6BB7-256F3E3DC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2</a:t>
            </a:fld>
            <a:endParaRPr lang="en-US"/>
          </a:p>
        </p:txBody>
      </p:sp>
      <p:pic>
        <p:nvPicPr>
          <p:cNvPr id="8" name="Picture 7" descr="International Import Export Cargo Transportation Services, Mode of ...">
            <a:extLst>
              <a:ext uri="{FF2B5EF4-FFF2-40B4-BE49-F238E27FC236}">
                <a16:creationId xmlns:a16="http://schemas.microsoft.com/office/drawing/2014/main" id="{D4A39CC6-4822-6D29-3E67-93A741B91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157" y="1954234"/>
            <a:ext cx="4044643" cy="26937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06594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E93B-4465-70B6-064B-0EC4C898E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D9F5D-D3EA-A71C-FC64-469A21F5C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Develop a machine learning model to predict shipment profitability and identify factors associated with successful shipment outcomes.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A46B2-788C-6D49-EBEA-E6A70497C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44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A75C2-8908-72B9-F820-8518DA5CF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E580B-DD02-25FA-BCCF-7A80F7671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8,270 shipment records </a:t>
            </a:r>
          </a:p>
          <a:p>
            <a:r>
              <a:rPr lang="en-US" dirty="0"/>
              <a:t>49 variables </a:t>
            </a:r>
          </a:p>
          <a:p>
            <a:r>
              <a:rPr lang="en-US" dirty="0"/>
              <a:t>Data extracted from </a:t>
            </a:r>
            <a:r>
              <a:rPr lang="en-US" dirty="0" err="1"/>
              <a:t>CargoWise</a:t>
            </a:r>
            <a:r>
              <a:rPr lang="en-US" dirty="0"/>
              <a:t> </a:t>
            </a:r>
          </a:p>
          <a:p>
            <a:r>
              <a:rPr lang="en-US" dirty="0"/>
              <a:t>Study period: Dec 2025 – May 2026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Key Data Categories:</a:t>
            </a:r>
          </a:p>
          <a:p>
            <a:r>
              <a:rPr lang="en-US" dirty="0"/>
              <a:t>Transportation: Mode, Transport Type, Origin Port, Destination Port </a:t>
            </a:r>
          </a:p>
          <a:p>
            <a:r>
              <a:rPr lang="en-US" dirty="0"/>
              <a:t>Financial: Revenue, Cost, Total Expense, Job Profit </a:t>
            </a:r>
          </a:p>
          <a:p>
            <a:r>
              <a:rPr lang="en-US" dirty="0"/>
              <a:t>Time Variables: ETD, ETA, ATA, Job Opened </a:t>
            </a:r>
          </a:p>
          <a:p>
            <a:r>
              <a:rPr lang="en-US" dirty="0"/>
              <a:t>Operational: Weight, Volume, TEU, Packs </a:t>
            </a:r>
          </a:p>
          <a:p>
            <a:r>
              <a:rPr lang="en-US" dirty="0"/>
              <a:t>Business Entities: Suppliers, Importers, Clients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4AF4E-D83B-4165-3B20-0ADCC8C05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55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D3D39-0403-129A-BEA0-B50FB138D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0CF92-5077-4BE5-C046-53437861E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Removed high-missing columns</a:t>
            </a:r>
          </a:p>
          <a:p>
            <a:r>
              <a:rPr lang="en-US" dirty="0"/>
              <a:t>Imputed categorical with "Unknown“</a:t>
            </a:r>
          </a:p>
          <a:p>
            <a:r>
              <a:rPr lang="en-US" dirty="0"/>
              <a:t>Used median for numeric variables</a:t>
            </a:r>
          </a:p>
          <a:p>
            <a:r>
              <a:rPr lang="en-US" dirty="0"/>
              <a:t>Applied logical imputation for 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FA766-5C36-53F9-FB86-7C91C1CE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840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91CA9F-86B9-F889-AAC8-A38C9A7D3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5200" dirty="0"/>
              <a:t>EDA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03343-5493-F74A-765E-EEFEDD892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62BC347-EF52-42C2-B456-1A5AB3325366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5E78A186-CD97-14EA-9C2C-ED91375466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9405313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7891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6ECB-5740-9AFF-B304-8360DDC01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269" y="294271"/>
            <a:ext cx="10515600" cy="1325563"/>
          </a:xfrm>
        </p:spPr>
        <p:txBody>
          <a:bodyPr/>
          <a:lstStyle/>
          <a:p>
            <a:r>
              <a:rPr lang="en-US" dirty="0"/>
              <a:t>Shipment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50B1E-F324-565F-4700-45B2A0068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225"/>
            <a:ext cx="5472659" cy="2176749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Shipment volume decreased after December 2025. </a:t>
            </a:r>
          </a:p>
          <a:p>
            <a:r>
              <a:rPr lang="en-US" sz="2400" dirty="0"/>
              <a:t>DEN and PDX handled most declarations.</a:t>
            </a:r>
          </a:p>
          <a:p>
            <a:r>
              <a:rPr lang="en-US" sz="2400" dirty="0"/>
              <a:t>Ocean freight dominated shipment activity.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82904-C092-2F8D-2D54-93D72A8F7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6C6F1E-E401-0750-D2AF-33A7DEED6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847" y="474181"/>
            <a:ext cx="5319865" cy="32417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9FD1F7-EE12-F318-E58D-BB81BF5D4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671" y="3674845"/>
            <a:ext cx="5415018" cy="2994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8A40B6-82AB-6F38-A2FE-8226584E7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780" y="3633716"/>
            <a:ext cx="4646551" cy="299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66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E4558-A8B2-1316-C06E-C7558F373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173" y="167278"/>
            <a:ext cx="10515600" cy="1325563"/>
          </a:xfrm>
        </p:spPr>
        <p:txBody>
          <a:bodyPr/>
          <a:lstStyle/>
          <a:p>
            <a:r>
              <a:rPr lang="en-US" dirty="0"/>
              <a:t>Profitability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B2A69-0061-09D1-A145-EFE749280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775" y="1492841"/>
            <a:ext cx="5714225" cy="183616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Total profit declined steadily throughout the study period. </a:t>
            </a:r>
          </a:p>
          <a:p>
            <a:r>
              <a:rPr lang="en-US" dirty="0"/>
              <a:t>DEN generated the highest profit, followed by PDX. </a:t>
            </a:r>
          </a:p>
          <a:p>
            <a:r>
              <a:rPr lang="en-US" dirty="0"/>
              <a:t>Higher revenue does not always result in higher profit.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50E29-520A-B352-2B4A-3C39495B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6BE4A4-1E5E-F904-41E2-929487E49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955" y="371229"/>
            <a:ext cx="5298872" cy="32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635225-9EC5-BF53-3BCC-A9A363486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955" y="3338389"/>
            <a:ext cx="5382237" cy="32798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853524-77B2-3C53-8DC1-26051B27E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28" y="3533536"/>
            <a:ext cx="5298872" cy="32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09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0A505-3768-C52B-6D80-AB2D26006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326" y="118380"/>
            <a:ext cx="10515600" cy="1325563"/>
          </a:xfrm>
        </p:spPr>
        <p:txBody>
          <a:bodyPr/>
          <a:lstStyle/>
          <a:p>
            <a:r>
              <a:rPr lang="en-US" dirty="0"/>
              <a:t>Delay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B38D6-9284-AD3F-2FF8-F4F31107F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326" y="1542969"/>
            <a:ext cx="5533674" cy="178700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Most shipments experienced little to no delay. </a:t>
            </a:r>
          </a:p>
          <a:p>
            <a:r>
              <a:rPr lang="en-US" dirty="0"/>
              <a:t>Delay patterns were similar across transport types. </a:t>
            </a:r>
          </a:p>
          <a:p>
            <a:r>
              <a:rPr lang="en-US" dirty="0"/>
              <a:t>No clear relationship was observed between delays and profitability.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13E30-9567-7C53-589E-701AD379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36A872-DE16-2067-82B1-8507A53CB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28026"/>
            <a:ext cx="5240531" cy="31934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61AD6F-D6A2-384A-1765-C802B1376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961" y="3528027"/>
            <a:ext cx="5240531" cy="31934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6E17B1-C68E-7818-7AF9-94BDFB83F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736" y="232066"/>
            <a:ext cx="5408756" cy="329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645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373FC-1022-CEBE-BBB3-C5BD3332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7CA6F-F094-D8BA-C290-1854B548E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ADF9366-835D-2B04-0B1C-E3F9EC486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64842"/>
              </p:ext>
            </p:extLst>
          </p:nvPr>
        </p:nvGraphicFramePr>
        <p:xfrm>
          <a:off x="2601939" y="2849717"/>
          <a:ext cx="6527071" cy="196803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70246">
                  <a:extLst>
                    <a:ext uri="{9D8B030D-6E8A-4147-A177-3AD203B41FA5}">
                      <a16:colId xmlns:a16="http://schemas.microsoft.com/office/drawing/2014/main" val="1667932172"/>
                    </a:ext>
                  </a:extLst>
                </a:gridCol>
                <a:gridCol w="3956825">
                  <a:extLst>
                    <a:ext uri="{9D8B030D-6E8A-4147-A177-3AD203B41FA5}">
                      <a16:colId xmlns:a16="http://schemas.microsoft.com/office/drawing/2014/main" val="680192543"/>
                    </a:ext>
                  </a:extLst>
                </a:gridCol>
              </a:tblGrid>
              <a:tr h="3936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Category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Features Created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05296705"/>
                  </a:ext>
                </a:extLst>
              </a:tr>
              <a:tr h="3936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Temporal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Month, Quarter, Weekday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21687569"/>
                  </a:ext>
                </a:extLst>
              </a:tr>
              <a:tr h="7872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Operational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Transit Time, Total Process Time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13874437"/>
                  </a:ext>
                </a:extLst>
              </a:tr>
              <a:tr h="3936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Shipment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Weight-to-Volume Ratio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400248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AD34D71-6BF2-FB1D-9F72-7B0F4855A944}"/>
              </a:ext>
            </a:extLst>
          </p:cNvPr>
          <p:cNvSpPr txBox="1"/>
          <p:nvPr/>
        </p:nvSpPr>
        <p:spPr>
          <a:xfrm>
            <a:off x="838200" y="1687487"/>
            <a:ext cx="91752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Created new features to capture seasonality, operational efficiency, and shipment structure.</a:t>
            </a:r>
          </a:p>
        </p:txBody>
      </p:sp>
    </p:spTree>
    <p:extLst>
      <p:ext uri="{BB962C8B-B14F-4D97-AF65-F5344CB8AC3E}">
        <p14:creationId xmlns:p14="http://schemas.microsoft.com/office/powerpoint/2010/main" val="3923932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D24BC9E-AC6A-42EE-AFD8-B290720B8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107624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77DE69-73CD-719B-CDE4-57BA9FFF0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329321"/>
            <a:ext cx="3657600" cy="1645920"/>
          </a:xfrm>
        </p:spPr>
        <p:txBody>
          <a:bodyPr>
            <a:normAutofit/>
          </a:bodyPr>
          <a:lstStyle/>
          <a:p>
            <a:r>
              <a:rPr lang="en-US" sz="3200"/>
              <a:t>Model Comparison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98AF01-07E1-015A-DB1B-6FD87ECFD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3" y="430490"/>
            <a:ext cx="5486400" cy="3346703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80023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143137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27E38-1F0D-98A7-EB72-ADC3AFB19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4329321"/>
            <a:ext cx="6106742" cy="1645920"/>
          </a:xfrm>
        </p:spPr>
        <p:txBody>
          <a:bodyPr anchor="ctr">
            <a:normAutofit fontScale="92500"/>
          </a:bodyPr>
          <a:lstStyle/>
          <a:p>
            <a:r>
              <a:rPr lang="en-US" sz="2000" dirty="0"/>
              <a:t>Tree-based models outperformed Logistic Regression.</a:t>
            </a:r>
          </a:p>
          <a:p>
            <a:r>
              <a:rPr lang="en-US" sz="2000" dirty="0"/>
              <a:t>Profitability depends on complex operational patterns.</a:t>
            </a:r>
          </a:p>
          <a:p>
            <a:r>
              <a:rPr lang="en-US" sz="2000" dirty="0"/>
              <a:t>Random Forest was selected for its strong performance and interpretability.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C8581-33A3-2FBA-3F99-AF443B464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624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62BC347-EF52-42C2-B456-1A5AB3325366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D3EB11-DFB4-1DC4-8E43-6644D59FC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178403"/>
              </p:ext>
            </p:extLst>
          </p:nvPr>
        </p:nvGraphicFramePr>
        <p:xfrm>
          <a:off x="6198887" y="691718"/>
          <a:ext cx="5522977" cy="2814934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2477461">
                  <a:extLst>
                    <a:ext uri="{9D8B030D-6E8A-4147-A177-3AD203B41FA5}">
                      <a16:colId xmlns:a16="http://schemas.microsoft.com/office/drawing/2014/main" val="2259330409"/>
                    </a:ext>
                  </a:extLst>
                </a:gridCol>
                <a:gridCol w="1461574">
                  <a:extLst>
                    <a:ext uri="{9D8B030D-6E8A-4147-A177-3AD203B41FA5}">
                      <a16:colId xmlns:a16="http://schemas.microsoft.com/office/drawing/2014/main" val="3712778887"/>
                    </a:ext>
                  </a:extLst>
                </a:gridCol>
                <a:gridCol w="1583942">
                  <a:extLst>
                    <a:ext uri="{9D8B030D-6E8A-4147-A177-3AD203B41FA5}">
                      <a16:colId xmlns:a16="http://schemas.microsoft.com/office/drawing/2014/main" val="1196824013"/>
                    </a:ext>
                  </a:extLst>
                </a:gridCol>
              </a:tblGrid>
              <a:tr h="633914">
                <a:tc gridSpan="3">
                  <a:txBody>
                    <a:bodyPr/>
                    <a:lstStyle/>
                    <a:p>
                      <a:pPr algn="ctr"/>
                      <a:r>
                        <a:rPr lang="en-US" sz="2300" b="1" cap="none" spc="0">
                          <a:solidFill>
                            <a:schemeClr val="bg1"/>
                          </a:solidFill>
                        </a:rPr>
                        <a:t>Model Comparison</a:t>
                      </a:r>
                    </a:p>
                  </a:txBody>
                  <a:tcPr marL="93092" marR="445076" marT="26598" marB="19948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3494111"/>
                  </a:ext>
                </a:extLst>
              </a:tr>
              <a:tr h="545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Model</a:t>
                      </a:r>
                    </a:p>
                  </a:txBody>
                  <a:tcPr marL="93092" marR="296720" marT="26598" marB="199483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Accuracy</a:t>
                      </a:r>
                    </a:p>
                  </a:txBody>
                  <a:tcPr marL="93092" marR="296720" marT="26598" marB="199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ROC-AUC</a:t>
                      </a:r>
                    </a:p>
                  </a:txBody>
                  <a:tcPr marL="93092" marR="296720" marT="26598" marB="199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938133"/>
                  </a:ext>
                </a:extLst>
              </a:tr>
              <a:tr h="545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Logistic Regression</a:t>
                      </a:r>
                    </a:p>
                  </a:txBody>
                  <a:tcPr marL="93092" marR="296720" marT="26598" marB="199483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0.89</a:t>
                      </a:r>
                    </a:p>
                  </a:txBody>
                  <a:tcPr marL="93092" marR="296720" marT="26598" marB="199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0.67</a:t>
                      </a:r>
                    </a:p>
                  </a:txBody>
                  <a:tcPr marL="93092" marR="296720" marT="26598" marB="199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85838"/>
                  </a:ext>
                </a:extLst>
              </a:tr>
              <a:tr h="545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Random Forest</a:t>
                      </a:r>
                    </a:p>
                  </a:txBody>
                  <a:tcPr marL="93092" marR="296720" marT="26598" marB="199483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0.93</a:t>
                      </a:r>
                    </a:p>
                  </a:txBody>
                  <a:tcPr marL="93092" marR="296720" marT="26598" marB="199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0.93</a:t>
                      </a:r>
                    </a:p>
                  </a:txBody>
                  <a:tcPr marL="93092" marR="296720" marT="26598" marB="199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177603"/>
                  </a:ext>
                </a:extLst>
              </a:tr>
              <a:tr h="545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XGBoost</a:t>
                      </a:r>
                    </a:p>
                  </a:txBody>
                  <a:tcPr marL="93092" marR="296720" marT="26598" marB="199483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0.94</a:t>
                      </a:r>
                    </a:p>
                  </a:txBody>
                  <a:tcPr marL="93092" marR="296720" marT="26598" marB="199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0.93</a:t>
                      </a:r>
                    </a:p>
                  </a:txBody>
                  <a:tcPr marL="93092" marR="296720" marT="26598" marB="199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38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427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87B41-5ED4-7BBD-1111-6B4DD12FD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69C90-EAD9-4091-294B-233A3F74C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45" y="2048317"/>
            <a:ext cx="4910526" cy="276136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Highest overall predictive performance. </a:t>
            </a:r>
          </a:p>
          <a:p>
            <a:r>
              <a:rPr lang="en-US" sz="2400" dirty="0"/>
              <a:t>Strong ROC-AUC and classification results. </a:t>
            </a:r>
          </a:p>
          <a:p>
            <a:r>
              <a:rPr lang="en-US" sz="2400" dirty="0"/>
              <a:t>Better captured nonlinear shipment patterns. </a:t>
            </a:r>
          </a:p>
          <a:p>
            <a:r>
              <a:rPr lang="en-US" sz="2400" dirty="0"/>
              <a:t>More interpretable than </a:t>
            </a:r>
            <a:r>
              <a:rPr lang="en-US" sz="2400" dirty="0" err="1"/>
              <a:t>XGBoost</a:t>
            </a:r>
            <a:r>
              <a:rPr lang="en-US" sz="32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F145F-0EB9-53A4-45A3-32FE5FB8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11EDAB-2D1B-D55D-4D9F-CB8CCC5C3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114" y="908431"/>
            <a:ext cx="6286836" cy="4540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94A55D-2007-6547-B198-AF128DD8BE66}"/>
              </a:ext>
            </a:extLst>
          </p:cNvPr>
          <p:cNvSpPr txBox="1"/>
          <p:nvPr/>
        </p:nvSpPr>
        <p:spPr>
          <a:xfrm>
            <a:off x="448745" y="5393943"/>
            <a:ext cx="85753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Random Forest model correctly classified the majority of shipments, with relatively few prediction errors, demonstrating strong overall performance.</a:t>
            </a:r>
          </a:p>
        </p:txBody>
      </p:sp>
    </p:spTree>
    <p:extLst>
      <p:ext uri="{BB962C8B-B14F-4D97-AF65-F5344CB8AC3E}">
        <p14:creationId xmlns:p14="http://schemas.microsoft.com/office/powerpoint/2010/main" val="2347539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5A9DE-A0CD-3477-FC72-250EF0103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importance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EB3BB6-F1D5-E26B-F944-632B2B70A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5671" y="1690688"/>
            <a:ext cx="7140657" cy="43513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F59BB-EE2B-5066-2AC7-4C73D8283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205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298B4-581F-64DF-87ED-5291B9DD6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41288-EF44-623F-2B8D-D4AE30566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61"/>
            <a:ext cx="9355111" cy="2011857"/>
          </a:xfrm>
        </p:spPr>
        <p:txBody>
          <a:bodyPr/>
          <a:lstStyle/>
          <a:p>
            <a:r>
              <a:rPr lang="en-US" dirty="0"/>
              <a:t>Profitability depends on multiple operational factors.</a:t>
            </a:r>
          </a:p>
          <a:p>
            <a:r>
              <a:rPr lang="en-US" dirty="0"/>
              <a:t>Seasonality and shipment characteristics matter most.</a:t>
            </a:r>
          </a:p>
          <a:p>
            <a:r>
              <a:rPr lang="en-US" dirty="0"/>
              <a:t>Random Forest was the best-performing model.</a:t>
            </a:r>
          </a:p>
          <a:p>
            <a:r>
              <a:rPr lang="en-US" dirty="0"/>
              <a:t>The model supports proactive shipment planning.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D8EBE-7066-5617-55B6-5238C2FCD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BC347-EF52-42C2-B456-1A5AB332536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75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CE4E-D551-242F-6C9A-85311A94E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8" name="Graphic 7" descr="Smiling Face with No Fill">
            <a:extLst>
              <a:ext uri="{FF2B5EF4-FFF2-40B4-BE49-F238E27FC236}">
                <a16:creationId xmlns:a16="http://schemas.microsoft.com/office/drawing/2014/main" id="{7B211A86-1538-7319-7F24-8FE2E9C6BB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3FB5B-F5F5-508A-EF2E-A3788CD52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62BC347-EF52-42C2-B456-1A5AB3325366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111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489</Words>
  <Application>Microsoft Office PowerPoint</Application>
  <PresentationFormat>Widescreen</PresentationFormat>
  <Paragraphs>105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Aptos Narrow</vt:lpstr>
      <vt:lpstr>Arial</vt:lpstr>
      <vt:lpstr>Calibri</vt:lpstr>
      <vt:lpstr>Office Theme</vt:lpstr>
      <vt:lpstr>Maryi Tatiana Palacios Giraldo  Master of Science in Data Science Regis University MSDS 692 Practicum I June 2026 </vt:lpstr>
      <vt:lpstr>Context</vt:lpstr>
      <vt:lpstr>Objective</vt:lpstr>
      <vt:lpstr>Data Understanding</vt:lpstr>
      <vt:lpstr>Data Cleaning</vt:lpstr>
      <vt:lpstr>EDA</vt:lpstr>
      <vt:lpstr>Shipment Characteristics</vt:lpstr>
      <vt:lpstr>Profitability Analysis</vt:lpstr>
      <vt:lpstr>Delay Analysis</vt:lpstr>
      <vt:lpstr>Feature Engineering</vt:lpstr>
      <vt:lpstr>Model Comparison</vt:lpstr>
      <vt:lpstr>Model Selection</vt:lpstr>
      <vt:lpstr>Feature importance</vt:lpstr>
      <vt:lpstr>Conclusions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tatiana palacios</dc:creator>
  <cp:lastModifiedBy>tatiana palacios</cp:lastModifiedBy>
  <cp:revision>1</cp:revision>
  <dcterms:created xsi:type="dcterms:W3CDTF">2026-06-22T22:58:11Z</dcterms:created>
  <dcterms:modified xsi:type="dcterms:W3CDTF">2026-06-23T04:26:28Z</dcterms:modified>
</cp:coreProperties>
</file>