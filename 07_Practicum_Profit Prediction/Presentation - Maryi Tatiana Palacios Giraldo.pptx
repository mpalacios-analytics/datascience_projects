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73" r:id="rId7"/>
    <p:sldId id="268" r:id="rId8"/>
    <p:sldId id="269" r:id="rId9"/>
    <p:sldId id="262" r:id="rId10"/>
    <p:sldId id="274" r:id="rId11"/>
    <p:sldId id="275" r:id="rId12"/>
    <p:sldId id="276" r:id="rId13"/>
    <p:sldId id="279" r:id="rId14"/>
    <p:sldId id="277" r:id="rId15"/>
    <p:sldId id="278" r:id="rId16"/>
    <p:sldId id="271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A1DA2-FC28-4796-A230-892D71344032}" v="153" dt="2026-06-27T20:05:23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palacios" userId="3cb085085ed44d29" providerId="LiveId" clId="{E8F264A4-F950-446F-8A83-18451A428B83}"/>
    <pc:docChg chg="undo custSel addSld delSld modSld sldOrd">
      <pc:chgData name="tatiana palacios" userId="3cb085085ed44d29" providerId="LiveId" clId="{E8F264A4-F950-446F-8A83-18451A428B83}" dt="2026-06-27T20:06:01.618" v="1865" actId="20577"/>
      <pc:docMkLst>
        <pc:docMk/>
      </pc:docMkLst>
      <pc:sldChg chg="addSp delSp modSp mod modTransition setBg">
        <pc:chgData name="tatiana palacios" userId="3cb085085ed44d29" providerId="LiveId" clId="{E8F264A4-F950-446F-8A83-18451A428B83}" dt="2026-06-24T00:46:55.470" v="1163"/>
        <pc:sldMkLst>
          <pc:docMk/>
          <pc:sldMk cId="122335243" sldId="256"/>
        </pc:sldMkLst>
        <pc:spChg chg="mod">
          <ac:chgData name="tatiana palacios" userId="3cb085085ed44d29" providerId="LiveId" clId="{E8F264A4-F950-446F-8A83-18451A428B83}" dt="2026-06-22T23:39:35.057" v="121" actId="1076"/>
          <ac:spMkLst>
            <pc:docMk/>
            <pc:sldMk cId="122335243" sldId="256"/>
            <ac:spMk id="2" creationId="{8221858E-9A62-A1A5-52ED-30E96126F1D9}"/>
          </ac:spMkLst>
        </pc:spChg>
        <pc:spChg chg="mod">
          <ac:chgData name="tatiana palacios" userId="3cb085085ed44d29" providerId="LiveId" clId="{E8F264A4-F950-446F-8A83-18451A428B83}" dt="2026-06-22T23:36:23.602" v="88" actId="1076"/>
          <ac:spMkLst>
            <pc:docMk/>
            <pc:sldMk cId="122335243" sldId="256"/>
            <ac:spMk id="3" creationId="{A79C3176-38BF-7FD2-2023-5260A8178745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3" creationId="{19D32F93-50AC-4C46-A5DB-291C60DDB7BD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4" creationId="{827DC2C4-B485-428A-BF4A-472D2967F47F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5" creationId="{EE04B5EB-F158-4507-90DD-BD23620C7CC9}"/>
          </ac:spMkLst>
        </pc:spChg>
        <pc:picChg chg="mod">
          <ac:chgData name="tatiana palacios" userId="3cb085085ed44d29" providerId="LiveId" clId="{E8F264A4-F950-446F-8A83-18451A428B83}" dt="2026-06-22T23:34:46.324" v="76" actId="1076"/>
          <ac:picMkLst>
            <pc:docMk/>
            <pc:sldMk cId="122335243" sldId="256"/>
            <ac:picMk id="4" creationId="{EAE84378-59D5-601C-AB1E-6879C63A136D}"/>
          </ac:picMkLst>
        </pc:picChg>
      </pc:sldChg>
      <pc:sldChg chg="addSp delSp modSp mod modTransition setBg">
        <pc:chgData name="tatiana palacios" userId="3cb085085ed44d29" providerId="LiveId" clId="{E8F264A4-F950-446F-8A83-18451A428B83}" dt="2026-06-24T00:57:02.903" v="1232" actId="20577"/>
        <pc:sldMkLst>
          <pc:docMk/>
          <pc:sldMk cId="3006594379" sldId="257"/>
        </pc:sldMkLst>
        <pc:spChg chg="mod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2" creationId="{54982E55-B339-295B-48C1-63ED1D3F5639}"/>
          </ac:spMkLst>
        </pc:spChg>
        <pc:spChg chg="mod">
          <ac:chgData name="tatiana palacios" userId="3cb085085ed44d29" providerId="LiveId" clId="{E8F264A4-F950-446F-8A83-18451A428B83}" dt="2026-06-24T00:57:02.903" v="1232" actId="20577"/>
          <ac:spMkLst>
            <pc:docMk/>
            <pc:sldMk cId="3006594379" sldId="257"/>
            <ac:spMk id="3" creationId="{46E6DF21-29EF-D332-3DBA-0F3F057808D7}"/>
          </ac:spMkLst>
        </pc:spChg>
        <pc:spChg chg="mod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4" creationId="{D4A0B5FC-3294-4BD3-6BB7-256F3E3DC8BD}"/>
          </ac:spMkLst>
        </pc:spChg>
        <pc:picChg chg="add mod ord">
          <ac:chgData name="tatiana palacios" userId="3cb085085ed44d29" providerId="LiveId" clId="{E8F264A4-F950-446F-8A83-18451A428B83}" dt="2026-06-22T23:50:37.295" v="201" actId="1440"/>
          <ac:picMkLst>
            <pc:docMk/>
            <pc:sldMk cId="3006594379" sldId="257"/>
            <ac:picMk id="8" creationId="{D4A39CC6-4822-6D29-3E67-93A741B91488}"/>
          </ac:picMkLst>
        </pc:picChg>
      </pc:sldChg>
      <pc:sldChg chg="modSp mod modTransition">
        <pc:chgData name="tatiana palacios" userId="3cb085085ed44d29" providerId="LiveId" clId="{E8F264A4-F950-446F-8A83-18451A428B83}" dt="2026-06-27T19:11:05.492" v="1249"/>
        <pc:sldMkLst>
          <pc:docMk/>
          <pc:sldMk cId="3224444855" sldId="258"/>
        </pc:sldMkLst>
        <pc:spChg chg="mod">
          <ac:chgData name="tatiana palacios" userId="3cb085085ed44d29" providerId="LiveId" clId="{E8F264A4-F950-446F-8A83-18451A428B83}" dt="2026-06-22T23:54:03.150" v="336"/>
          <ac:spMkLst>
            <pc:docMk/>
            <pc:sldMk cId="3224444855" sldId="258"/>
            <ac:spMk id="2" creationId="{2077E93B-4465-70B6-064B-0EC4C898EACC}"/>
          </ac:spMkLst>
        </pc:spChg>
        <pc:spChg chg="mod">
          <ac:chgData name="tatiana palacios" userId="3cb085085ed44d29" providerId="LiveId" clId="{E8F264A4-F950-446F-8A83-18451A428B83}" dt="2026-06-27T19:11:05.492" v="1249"/>
          <ac:spMkLst>
            <pc:docMk/>
            <pc:sldMk cId="3224444855" sldId="258"/>
            <ac:spMk id="3" creationId="{CC8D9F5D-D3EA-A71C-FC64-469A21F5C179}"/>
          </ac:spMkLst>
        </pc:spChg>
      </pc:sldChg>
      <pc:sldChg chg="addSp delSp modSp new mod modTransition setBg">
        <pc:chgData name="tatiana palacios" userId="3cb085085ed44d29" providerId="LiveId" clId="{E8F264A4-F950-446F-8A83-18451A428B83}" dt="2026-06-24T01:28:16.072" v="1248" actId="20577"/>
        <pc:sldMkLst>
          <pc:docMk/>
          <pc:sldMk cId="1465655577" sldId="259"/>
        </pc:sldMkLst>
        <pc:spChg chg="mod">
          <ac:chgData name="tatiana palacios" userId="3cb085085ed44d29" providerId="LiveId" clId="{E8F264A4-F950-446F-8A83-18451A428B83}" dt="2026-06-23T23:13:43.370" v="789" actId="26606"/>
          <ac:spMkLst>
            <pc:docMk/>
            <pc:sldMk cId="1465655577" sldId="259"/>
            <ac:spMk id="2" creationId="{965A75C2-8908-72B9-F820-8518DA5CFD70}"/>
          </ac:spMkLst>
        </pc:spChg>
        <pc:spChg chg="mod">
          <ac:chgData name="tatiana palacios" userId="3cb085085ed44d29" providerId="LiveId" clId="{E8F264A4-F950-446F-8A83-18451A428B83}" dt="2026-06-24T01:28:16.072" v="1248" actId="20577"/>
          <ac:spMkLst>
            <pc:docMk/>
            <pc:sldMk cId="1465655577" sldId="259"/>
            <ac:spMk id="3" creationId="{0CBE580B-DD02-25FA-BCCF-7A80F7671F10}"/>
          </ac:spMkLst>
        </pc:spChg>
        <pc:spChg chg="mod">
          <ac:chgData name="tatiana palacios" userId="3cb085085ed44d29" providerId="LiveId" clId="{E8F264A4-F950-446F-8A83-18451A428B83}" dt="2026-06-23T23:13:43.370" v="789" actId="26606"/>
          <ac:spMkLst>
            <pc:docMk/>
            <pc:sldMk cId="1465655577" sldId="259"/>
            <ac:spMk id="4" creationId="{C974AF4E-D83B-4165-3B20-0ADCC8C05E7F}"/>
          </ac:spMkLst>
        </pc:spChg>
        <pc:picChg chg="add mod">
          <ac:chgData name="tatiana palacios" userId="3cb085085ed44d29" providerId="LiveId" clId="{E8F264A4-F950-446F-8A83-18451A428B83}" dt="2026-06-23T23:32:20.875" v="980" actId="1076"/>
          <ac:picMkLst>
            <pc:docMk/>
            <pc:sldMk cId="1465655577" sldId="259"/>
            <ac:picMk id="7" creationId="{8B85C069-C00A-0058-4BE1-B4B0E4628736}"/>
          </ac:picMkLst>
        </pc:picChg>
      </pc:sldChg>
      <pc:sldChg chg="addSp delSp modSp new del mod modTransition setBg">
        <pc:chgData name="tatiana palacios" userId="3cb085085ed44d29" providerId="LiveId" clId="{E8F264A4-F950-446F-8A83-18451A428B83}" dt="2026-06-27T19:45:21.326" v="1598" actId="2696"/>
        <pc:sldMkLst>
          <pc:docMk/>
          <pc:sldMk cId="3867891118" sldId="261"/>
        </pc:sldMkLst>
      </pc:sldChg>
      <pc:sldChg chg="addSp delSp modSp new mod modTransition setBg">
        <pc:chgData name="tatiana palacios" userId="3cb085085ed44d29" providerId="LiveId" clId="{E8F264A4-F950-446F-8A83-18451A428B83}" dt="2026-06-27T19:20:38.258" v="1310" actId="207"/>
        <pc:sldMkLst>
          <pc:docMk/>
          <pc:sldMk cId="3923932621" sldId="262"/>
        </pc:sldMkLst>
        <pc:spChg chg="mod">
          <ac:chgData name="tatiana palacios" userId="3cb085085ed44d29" providerId="LiveId" clId="{E8F264A4-F950-446F-8A83-18451A428B83}" dt="2026-06-23T23:33:58.957" v="985" actId="26606"/>
          <ac:spMkLst>
            <pc:docMk/>
            <pc:sldMk cId="3923932621" sldId="262"/>
            <ac:spMk id="2" creationId="{108373FC-1022-CEBE-BBB3-C5BD3332A0A7}"/>
          </ac:spMkLst>
        </pc:spChg>
        <pc:spChg chg="mod">
          <ac:chgData name="tatiana palacios" userId="3cb085085ed44d29" providerId="LiveId" clId="{E8F264A4-F950-446F-8A83-18451A428B83}" dt="2026-06-23T23:33:58.957" v="985" actId="26606"/>
          <ac:spMkLst>
            <pc:docMk/>
            <pc:sldMk cId="3923932621" sldId="262"/>
            <ac:spMk id="4" creationId="{4C37CA6F-F094-D8BA-C290-1854B548E985}"/>
          </ac:spMkLst>
        </pc:spChg>
        <pc:spChg chg="add mod ord">
          <ac:chgData name="tatiana palacios" userId="3cb085085ed44d29" providerId="LiveId" clId="{E8F264A4-F950-446F-8A83-18451A428B83}" dt="2026-06-27T19:12:25.170" v="1266"/>
          <ac:spMkLst>
            <pc:docMk/>
            <pc:sldMk cId="3923932621" sldId="262"/>
            <ac:spMk id="18" creationId="{EAD34D71-6BF2-FB1D-9F72-7B0F4855A944}"/>
          </ac:spMkLst>
        </pc:spChg>
        <pc:spChg chg="add">
          <ac:chgData name="tatiana palacios" userId="3cb085085ed44d29" providerId="LiveId" clId="{E8F264A4-F950-446F-8A83-18451A428B83}" dt="2026-06-23T23:33:58.957" v="985" actId="26606"/>
          <ac:spMkLst>
            <pc:docMk/>
            <pc:sldMk cId="3923932621" sldId="262"/>
            <ac:spMk id="20" creationId="{AF6CB648-9554-488A-B457-99CAAD1DA528}"/>
          </ac:spMkLst>
        </pc:spChg>
        <pc:spChg chg="add">
          <ac:chgData name="tatiana palacios" userId="3cb085085ed44d29" providerId="LiveId" clId="{E8F264A4-F950-446F-8A83-18451A428B83}" dt="2026-06-23T23:33:58.957" v="985" actId="26606"/>
          <ac:spMkLst>
            <pc:docMk/>
            <pc:sldMk cId="3923932621" sldId="262"/>
            <ac:spMk id="21" creationId="{E3ADCBE7-9330-1CDA-00EB-CDD12DB722FF}"/>
          </ac:spMkLst>
        </pc:spChg>
        <pc:graphicFrameChg chg="add mod modGraphic">
          <ac:chgData name="tatiana palacios" userId="3cb085085ed44d29" providerId="LiveId" clId="{E8F264A4-F950-446F-8A83-18451A428B83}" dt="2026-06-27T19:20:38.258" v="1310" actId="207"/>
          <ac:graphicFrameMkLst>
            <pc:docMk/>
            <pc:sldMk cId="3923932621" sldId="262"/>
            <ac:graphicFrameMk id="15" creationId="{7ADF9366-835D-2B04-0B1C-E3F9EC486902}"/>
          </ac:graphicFrameMkLst>
        </pc:graphicFrameChg>
      </pc:sldChg>
      <pc:sldChg chg="addSp delSp modSp new del mod modTransition setBg">
        <pc:chgData name="tatiana palacios" userId="3cb085085ed44d29" providerId="LiveId" clId="{E8F264A4-F950-446F-8A83-18451A428B83}" dt="2026-06-27T19:27:39.667" v="1387" actId="47"/>
        <pc:sldMkLst>
          <pc:docMk/>
          <pc:sldMk cId="1147427069" sldId="263"/>
        </pc:sldMkLst>
        <pc:spChg chg="del mod">
          <ac:chgData name="tatiana palacios" userId="3cb085085ed44d29" providerId="LiveId" clId="{E8F264A4-F950-446F-8A83-18451A428B83}" dt="2026-06-27T19:27:35.351" v="1385" actId="21"/>
          <ac:spMkLst>
            <pc:docMk/>
            <pc:sldMk cId="1147427069" sldId="263"/>
            <ac:spMk id="3" creationId="{72F27E38-1F0D-98A7-EB72-ADC3AFB19C24}"/>
          </ac:spMkLst>
        </pc:spChg>
        <pc:spChg chg="add mod">
          <ac:chgData name="tatiana palacios" userId="3cb085085ed44d29" providerId="LiveId" clId="{E8F264A4-F950-446F-8A83-18451A428B83}" dt="2026-06-27T19:27:35.351" v="1385" actId="21"/>
          <ac:spMkLst>
            <pc:docMk/>
            <pc:sldMk cId="1147427069" sldId="263"/>
            <ac:spMk id="11" creationId="{66A9E7E6-3112-03C4-6F87-137E30DD3A28}"/>
          </ac:spMkLst>
        </pc:spChg>
        <pc:graphicFrameChg chg="add del mod modGraphic">
          <ac:chgData name="tatiana palacios" userId="3cb085085ed44d29" providerId="LiveId" clId="{E8F264A4-F950-446F-8A83-18451A428B83}" dt="2026-06-27T19:25:50.508" v="1360" actId="478"/>
          <ac:graphicFrameMkLst>
            <pc:docMk/>
            <pc:sldMk cId="1147427069" sldId="263"/>
            <ac:graphicFrameMk id="5" creationId="{46D3EB11-DFB4-1DC4-8E43-6644D59FC12F}"/>
          </ac:graphicFrameMkLst>
        </pc:graphicFrameChg>
        <pc:graphicFrameChg chg="add del mod modGraphic">
          <ac:chgData name="tatiana palacios" userId="3cb085085ed44d29" providerId="LiveId" clId="{E8F264A4-F950-446F-8A83-18451A428B83}" dt="2026-06-27T19:27:20.367" v="1382" actId="21"/>
          <ac:graphicFrameMkLst>
            <pc:docMk/>
            <pc:sldMk cId="1147427069" sldId="263"/>
            <ac:graphicFrameMk id="6" creationId="{F5F0C849-A332-BD05-E17D-1F850FE3F107}"/>
          </ac:graphicFrameMkLst>
        </pc:graphicFrameChg>
        <pc:picChg chg="add del mod ord">
          <ac:chgData name="tatiana palacios" userId="3cb085085ed44d29" providerId="LiveId" clId="{E8F264A4-F950-446F-8A83-18451A428B83}" dt="2026-06-27T19:27:03.802" v="1376" actId="478"/>
          <ac:picMkLst>
            <pc:docMk/>
            <pc:sldMk cId="1147427069" sldId="263"/>
            <ac:picMk id="7" creationId="{B198AF01-07E1-015A-DB1B-6FD87ECFD8AE}"/>
          </ac:picMkLst>
        </pc:picChg>
        <pc:picChg chg="add del">
          <ac:chgData name="tatiana palacios" userId="3cb085085ed44d29" providerId="LiveId" clId="{E8F264A4-F950-446F-8A83-18451A428B83}" dt="2026-06-27T19:27:17.066" v="1381" actId="478"/>
          <ac:picMkLst>
            <pc:docMk/>
            <pc:sldMk cId="1147427069" sldId="263"/>
            <ac:picMk id="9" creationId="{A8D8171E-25BA-5781-0E54-752BB3AE72D4}"/>
          </ac:picMkLst>
        </pc:picChg>
      </pc:sldChg>
      <pc:sldChg chg="modSp new mod modTransition">
        <pc:chgData name="tatiana palacios" userId="3cb085085ed44d29" providerId="LiveId" clId="{E8F264A4-F950-446F-8A83-18451A428B83}" dt="2026-06-27T20:01:26.281" v="1839" actId="14100"/>
        <pc:sldMkLst>
          <pc:docMk/>
          <pc:sldMk cId="2504575880" sldId="265"/>
        </pc:sldMkLst>
        <pc:spChg chg="mod">
          <ac:chgData name="tatiana palacios" userId="3cb085085ed44d29" providerId="LiveId" clId="{E8F264A4-F950-446F-8A83-18451A428B83}" dt="2026-06-23T04:26:07.953" v="773" actId="20577"/>
          <ac:spMkLst>
            <pc:docMk/>
            <pc:sldMk cId="2504575880" sldId="265"/>
            <ac:spMk id="2" creationId="{C55298B4-581F-64DF-87ED-5291B9DD6F86}"/>
          </ac:spMkLst>
        </pc:spChg>
        <pc:spChg chg="mod">
          <ac:chgData name="tatiana palacios" userId="3cb085085ed44d29" providerId="LiveId" clId="{E8F264A4-F950-446F-8A83-18451A428B83}" dt="2026-06-27T20:01:26.281" v="1839" actId="14100"/>
          <ac:spMkLst>
            <pc:docMk/>
            <pc:sldMk cId="2504575880" sldId="265"/>
            <ac:spMk id="3" creationId="{E7C41288-EF44-623F-2B8D-D4AE30566DD2}"/>
          </ac:spMkLst>
        </pc:spChg>
      </pc:sldChg>
      <pc:sldChg chg="addSp delSp modSp new mod modTransition setBg">
        <pc:chgData name="tatiana palacios" userId="3cb085085ed44d29" providerId="LiveId" clId="{E8F264A4-F950-446F-8A83-18451A428B83}" dt="2026-06-24T00:48:43.007" v="1193"/>
        <pc:sldMkLst>
          <pc:docMk/>
          <pc:sldMk cId="629111346" sldId="266"/>
        </pc:sldMkLst>
        <pc:spChg chg="mo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2" creationId="{5AEFCE4E-D551-242F-6C9A-85311A94E1EB}"/>
          </ac:spMkLst>
        </pc:spChg>
        <pc:spChg chg="mo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4" creationId="{4313FB5B-F5F5-508A-EF2E-A3788CD52EDC}"/>
          </ac:spMkLst>
        </pc:spChg>
        <pc:spChg chg="ad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11" creationId="{A3363022-C969-41E9-8EB2-E4C94908C1FA}"/>
          </ac:spMkLst>
        </pc:spChg>
        <pc:spChg chg="ad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13" creationId="{8D1AD6B3-BE88-4CEB-BA17-790657CC4729}"/>
          </ac:spMkLst>
        </pc:spChg>
        <pc:grpChg chg="add">
          <ac:chgData name="tatiana palacios" userId="3cb085085ed44d29" providerId="LiveId" clId="{E8F264A4-F950-446F-8A83-18451A428B83}" dt="2026-06-22T23:31:42.645" v="41" actId="26606"/>
          <ac:grpSpMkLst>
            <pc:docMk/>
            <pc:sldMk cId="629111346" sldId="266"/>
            <ac:grpSpMk id="15" creationId="{89D1390B-7E13-4B4F-9CB2-391063412E54}"/>
          </ac:grpSpMkLst>
        </pc:grpChg>
        <pc:picChg chg="add">
          <ac:chgData name="tatiana palacios" userId="3cb085085ed44d29" providerId="LiveId" clId="{E8F264A4-F950-446F-8A83-18451A428B83}" dt="2026-06-22T23:31:42.645" v="41" actId="26606"/>
          <ac:picMkLst>
            <pc:docMk/>
            <pc:sldMk cId="629111346" sldId="266"/>
            <ac:picMk id="8" creationId="{7B211A86-1538-7319-7F24-8FE2E9C6BBEF}"/>
          </ac:picMkLst>
        </pc:picChg>
      </pc:sldChg>
      <pc:sldChg chg="addSp delSp modSp new mod modTransition setBg">
        <pc:chgData name="tatiana palacios" userId="3cb085085ed44d29" providerId="LiveId" clId="{E8F264A4-F950-446F-8A83-18451A428B83}" dt="2026-06-27T19:48:06.224" v="1635" actId="1076"/>
        <pc:sldMkLst>
          <pc:docMk/>
          <pc:sldMk cId="124966714" sldId="268"/>
        </pc:sldMkLst>
        <pc:spChg chg="mod">
          <ac:chgData name="tatiana palacios" userId="3cb085085ed44d29" providerId="LiveId" clId="{E8F264A4-F950-446F-8A83-18451A428B83}" dt="2026-06-27T19:47:41.224" v="1627" actId="1076"/>
          <ac:spMkLst>
            <pc:docMk/>
            <pc:sldMk cId="124966714" sldId="268"/>
            <ac:spMk id="2" creationId="{13FF6ECB-5740-9AFF-B304-8360DDC01D90}"/>
          </ac:spMkLst>
        </pc:spChg>
        <pc:spChg chg="mod ord">
          <ac:chgData name="tatiana palacios" userId="3cb085085ed44d29" providerId="LiveId" clId="{E8F264A4-F950-446F-8A83-18451A428B83}" dt="2026-06-27T19:47:44.165" v="1628" actId="1076"/>
          <ac:spMkLst>
            <pc:docMk/>
            <pc:sldMk cId="124966714" sldId="268"/>
            <ac:spMk id="3" creationId="{07A50B1E-F324-565F-4700-45B2A0068FD7}"/>
          </ac:spMkLst>
        </pc:spChg>
        <pc:spChg chg="mod ord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4" creationId="{6FD82904-C092-2F8D-2D54-93D72A8F757B}"/>
          </ac:spMkLst>
        </pc:spChg>
        <pc:picChg chg="add mod ord">
          <ac:chgData name="tatiana palacios" userId="3cb085085ed44d29" providerId="LiveId" clId="{E8F264A4-F950-446F-8A83-18451A428B83}" dt="2026-06-27T19:48:06.224" v="1635" actId="1076"/>
          <ac:picMkLst>
            <pc:docMk/>
            <pc:sldMk cId="124966714" sldId="268"/>
            <ac:picMk id="6" creationId="{F16C6F1E-E401-0750-D2AF-33A7DEED6E17}"/>
          </ac:picMkLst>
        </pc:picChg>
        <pc:picChg chg="add mod ord">
          <ac:chgData name="tatiana palacios" userId="3cb085085ed44d29" providerId="LiveId" clId="{E8F264A4-F950-446F-8A83-18451A428B83}" dt="2026-06-27T19:47:59.030" v="1633" actId="1076"/>
          <ac:picMkLst>
            <pc:docMk/>
            <pc:sldMk cId="124966714" sldId="268"/>
            <ac:picMk id="8" creationId="{C49FD1F7-EE12-F318-E58D-BB81BF5D4396}"/>
          </ac:picMkLst>
        </pc:picChg>
        <pc:picChg chg="add mod">
          <ac:chgData name="tatiana palacios" userId="3cb085085ed44d29" providerId="LiveId" clId="{E8F264A4-F950-446F-8A83-18451A428B83}" dt="2026-06-27T19:47:49.160" v="1630" actId="14100"/>
          <ac:picMkLst>
            <pc:docMk/>
            <pc:sldMk cId="124966714" sldId="268"/>
            <ac:picMk id="10" creationId="{F28A40B6-82AB-6F38-A2FE-8226584E7F83}"/>
          </ac:picMkLst>
        </pc:picChg>
      </pc:sldChg>
      <pc:sldChg chg="addSp delSp modSp new mod modTransition setBg">
        <pc:chgData name="tatiana palacios" userId="3cb085085ed44d29" providerId="LiveId" clId="{E8F264A4-F950-446F-8A83-18451A428B83}" dt="2026-06-27T19:11:45.895" v="1264" actId="27636"/>
        <pc:sldMkLst>
          <pc:docMk/>
          <pc:sldMk cId="3269209310" sldId="269"/>
        </pc:sldMkLst>
        <pc:spChg chg="mod">
          <ac:chgData name="tatiana palacios" userId="3cb085085ed44d29" providerId="LiveId" clId="{E8F264A4-F950-446F-8A83-18451A428B83}" dt="2026-06-23T01:46:49.778" v="557" actId="1076"/>
          <ac:spMkLst>
            <pc:docMk/>
            <pc:sldMk cId="3269209310" sldId="269"/>
            <ac:spMk id="2" creationId="{07EE4558-A8B2-1316-C06E-C7558F373917}"/>
          </ac:spMkLst>
        </pc:spChg>
        <pc:spChg chg="mod">
          <ac:chgData name="tatiana palacios" userId="3cb085085ed44d29" providerId="LiveId" clId="{E8F264A4-F950-446F-8A83-18451A428B83}" dt="2026-06-27T19:11:45.895" v="1264" actId="27636"/>
          <ac:spMkLst>
            <pc:docMk/>
            <pc:sldMk cId="3269209310" sldId="269"/>
            <ac:spMk id="3" creationId="{664B2A69-0061-09D1-A145-EFE749280B0B}"/>
          </ac:spMkLst>
        </pc:spChg>
        <pc:spChg chg="mod">
          <ac:chgData name="tatiana palacios" userId="3cb085085ed44d29" providerId="LiveId" clId="{E8F264A4-F950-446F-8A83-18451A428B83}" dt="2026-06-23T01:44:35.835" v="526" actId="26606"/>
          <ac:spMkLst>
            <pc:docMk/>
            <pc:sldMk cId="3269209310" sldId="269"/>
            <ac:spMk id="4" creationId="{ECC50E29-520A-B352-2B4A-3C39495BF7FF}"/>
          </ac:spMkLst>
        </pc:spChg>
        <pc:picChg chg="add mod ord">
          <ac:chgData name="tatiana palacios" userId="3cb085085ed44d29" providerId="LiveId" clId="{E8F264A4-F950-446F-8A83-18451A428B83}" dt="2026-06-23T01:48:59.712" v="564" actId="1076"/>
          <ac:picMkLst>
            <pc:docMk/>
            <pc:sldMk cId="3269209310" sldId="269"/>
            <ac:picMk id="6" creationId="{B96BE4A4-1E5E-F904-41E2-929487E49C43}"/>
          </ac:picMkLst>
        </pc:picChg>
        <pc:picChg chg="add mod">
          <ac:chgData name="tatiana palacios" userId="3cb085085ed44d29" providerId="LiveId" clId="{E8F264A4-F950-446F-8A83-18451A428B83}" dt="2026-06-23T01:49:03.101" v="565" actId="1076"/>
          <ac:picMkLst>
            <pc:docMk/>
            <pc:sldMk cId="3269209310" sldId="269"/>
            <ac:picMk id="8" creationId="{17635225-9EC5-BF53-3BCC-A9A3634867F6}"/>
          </ac:picMkLst>
        </pc:picChg>
        <pc:picChg chg="add mod ord">
          <ac:chgData name="tatiana palacios" userId="3cb085085ed44d29" providerId="LiveId" clId="{E8F264A4-F950-446F-8A83-18451A428B83}" dt="2026-06-23T01:46:04.314" v="546" actId="1076"/>
          <ac:picMkLst>
            <pc:docMk/>
            <pc:sldMk cId="3269209310" sldId="269"/>
            <ac:picMk id="10" creationId="{E8853524-77B2-3C53-8DC1-26051B27EA81}"/>
          </ac:picMkLst>
        </pc:picChg>
      </pc:sldChg>
      <pc:sldChg chg="addSp modSp new del mod modTransition">
        <pc:chgData name="tatiana palacios" userId="3cb085085ed44d29" providerId="LiveId" clId="{E8F264A4-F950-446F-8A83-18451A428B83}" dt="2026-06-27T19:12:04.897" v="1265" actId="47"/>
        <pc:sldMkLst>
          <pc:docMk/>
          <pc:sldMk cId="1665645715" sldId="270"/>
        </pc:sldMkLst>
      </pc:sldChg>
      <pc:sldChg chg="addSp delSp modSp new mod modTransition setBg">
        <pc:chgData name="tatiana palacios" userId="3cb085085ed44d29" providerId="LiveId" clId="{E8F264A4-F950-446F-8A83-18451A428B83}" dt="2026-06-27T19:39:57.047" v="1520" actId="20577"/>
        <pc:sldMkLst>
          <pc:docMk/>
          <pc:sldMk cId="4078205849" sldId="271"/>
        </pc:sldMkLst>
        <pc:spChg chg="mod">
          <ac:chgData name="tatiana palacios" userId="3cb085085ed44d29" providerId="LiveId" clId="{E8F264A4-F950-446F-8A83-18451A428B83}" dt="2026-06-27T19:39:33.354" v="1508" actId="1076"/>
          <ac:spMkLst>
            <pc:docMk/>
            <pc:sldMk cId="4078205849" sldId="271"/>
            <ac:spMk id="2" creationId="{4685A9DE-A0CD-3477-FC72-250EF01039E8}"/>
          </ac:spMkLst>
        </pc:spChg>
        <pc:spChg chg="mod">
          <ac:chgData name="tatiana palacios" userId="3cb085085ed44d29" providerId="LiveId" clId="{E8F264A4-F950-446F-8A83-18451A428B83}" dt="2026-06-27T19:38:50.712" v="1494" actId="26606"/>
          <ac:spMkLst>
            <pc:docMk/>
            <pc:sldMk cId="4078205849" sldId="271"/>
            <ac:spMk id="4" creationId="{74BF59BB-EE2B-5066-2AC7-4C73D82839EA}"/>
          </ac:spMkLst>
        </pc:spChg>
        <pc:spChg chg="add mod ord">
          <ac:chgData name="tatiana palacios" userId="3cb085085ed44d29" providerId="LiveId" clId="{E8F264A4-F950-446F-8A83-18451A428B83}" dt="2026-06-27T19:39:57.047" v="1520" actId="20577"/>
          <ac:spMkLst>
            <pc:docMk/>
            <pc:sldMk cId="4078205849" sldId="271"/>
            <ac:spMk id="5" creationId="{C53296A5-6C3E-1397-5000-B14C3E88B14F}"/>
          </ac:spMkLst>
        </pc:spChg>
        <pc:grpChg chg="add">
          <ac:chgData name="tatiana palacios" userId="3cb085085ed44d29" providerId="LiveId" clId="{E8F264A4-F950-446F-8A83-18451A428B83}" dt="2026-06-27T19:38:50.712" v="1494" actId="26606"/>
          <ac:grpSpMkLst>
            <pc:docMk/>
            <pc:sldMk cId="4078205849" sldId="271"/>
            <ac:grpSpMk id="11" creationId="{6258F736-B256-8039-9DC6-F4E49A5C5AD5}"/>
          </ac:grpSpMkLst>
        </pc:grpChg>
        <pc:picChg chg="add mod ord">
          <ac:chgData name="tatiana palacios" userId="3cb085085ed44d29" providerId="LiveId" clId="{E8F264A4-F950-446F-8A83-18451A428B83}" dt="2026-06-27T19:38:50.712" v="1494" actId="26606"/>
          <ac:picMkLst>
            <pc:docMk/>
            <pc:sldMk cId="4078205849" sldId="271"/>
            <ac:picMk id="6" creationId="{CCEB3BB6-F1D5-E26B-F944-632B2B70A504}"/>
          </ac:picMkLst>
        </pc:picChg>
      </pc:sldChg>
      <pc:sldChg chg="addSp delSp modSp new mod modTransition setBg">
        <pc:chgData name="tatiana palacios" userId="3cb085085ed44d29" providerId="LiveId" clId="{E8F264A4-F950-446F-8A83-18451A428B83}" dt="2026-06-24T00:47:38.639" v="1176"/>
        <pc:sldMkLst>
          <pc:docMk/>
          <pc:sldMk cId="1168847857" sldId="272"/>
        </pc:sldMkLst>
        <pc:spChg chg="mo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2" creationId="{0491F5FF-076F-D8A2-CA0C-C0F68E34885F}"/>
          </ac:spMkLst>
        </pc:spChg>
        <pc:spChg chg="mo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4" creationId="{A0AFB5DF-4803-66A9-9FCB-A44C15A19B0A}"/>
          </ac:spMkLst>
        </pc:spChg>
        <pc:spChg chg="ad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39" creationId="{BACC6370-2D7E-4714-9D71-7542949D7D5D}"/>
          </ac:spMkLst>
        </pc:spChg>
        <pc:spChg chg="ad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41" creationId="{F68B3F68-107C-434F-AA38-110D5EA91B85}"/>
          </ac:spMkLst>
        </pc:spChg>
        <pc:spChg chg="ad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43" creationId="{AAD0DBB9-1A4B-4391-81D4-CB19F9AB918A}"/>
          </ac:spMkLst>
        </pc:spChg>
        <pc:spChg chg="add">
          <ac:chgData name="tatiana palacios" userId="3cb085085ed44d29" providerId="LiveId" clId="{E8F264A4-F950-446F-8A83-18451A428B83}" dt="2026-06-23T23:18:58.281" v="897" actId="26606"/>
          <ac:spMkLst>
            <pc:docMk/>
            <pc:sldMk cId="1168847857" sldId="272"/>
            <ac:spMk id="45" creationId="{063BBA22-50EA-4C4D-BE05-F1CE4E63AA56}"/>
          </ac:spMkLst>
        </pc:spChg>
        <pc:graphicFrameChg chg="add mod ord modGraphic">
          <ac:chgData name="tatiana palacios" userId="3cb085085ed44d29" providerId="LiveId" clId="{E8F264A4-F950-446F-8A83-18451A428B83}" dt="2026-06-23T23:18:58.281" v="897" actId="26606"/>
          <ac:graphicFrameMkLst>
            <pc:docMk/>
            <pc:sldMk cId="1168847857" sldId="272"/>
            <ac:graphicFrameMk id="34" creationId="{C219BB99-F321-EFAE-2354-A302C75CB952}"/>
          </ac:graphicFrameMkLst>
        </pc:graphicFrameChg>
      </pc:sldChg>
      <pc:sldChg chg="addSp delSp modSp new mod modTransition setBg">
        <pc:chgData name="tatiana palacios" userId="3cb085085ed44d29" providerId="LiveId" clId="{E8F264A4-F950-446F-8A83-18451A428B83}" dt="2026-06-27T19:22:50.968" v="1329" actId="113"/>
        <pc:sldMkLst>
          <pc:docMk/>
          <pc:sldMk cId="1897271478" sldId="273"/>
        </pc:sldMkLst>
        <pc:spChg chg="mod">
          <ac:chgData name="tatiana palacios" userId="3cb085085ed44d29" providerId="LiveId" clId="{E8F264A4-F950-446F-8A83-18451A428B83}" dt="2026-06-23T23:26:24.967" v="960" actId="26606"/>
          <ac:spMkLst>
            <pc:docMk/>
            <pc:sldMk cId="1897271478" sldId="273"/>
            <ac:spMk id="2" creationId="{17E45437-577E-0249-5CD1-B29264779717}"/>
          </ac:spMkLst>
        </pc:spChg>
        <pc:spChg chg="mod">
          <ac:chgData name="tatiana palacios" userId="3cb085085ed44d29" providerId="LiveId" clId="{E8F264A4-F950-446F-8A83-18451A428B83}" dt="2026-06-23T23:26:24.967" v="960" actId="26606"/>
          <ac:spMkLst>
            <pc:docMk/>
            <pc:sldMk cId="1897271478" sldId="273"/>
            <ac:spMk id="3" creationId="{249C5EDD-A7E9-A007-1992-20C056C055FB}"/>
          </ac:spMkLst>
        </pc:spChg>
        <pc:spChg chg="mod">
          <ac:chgData name="tatiana palacios" userId="3cb085085ed44d29" providerId="LiveId" clId="{E8F264A4-F950-446F-8A83-18451A428B83}" dt="2026-06-23T23:26:24.967" v="960" actId="26606"/>
          <ac:spMkLst>
            <pc:docMk/>
            <pc:sldMk cId="1897271478" sldId="273"/>
            <ac:spMk id="4" creationId="{9535CEB9-5DD9-C832-D2C7-20DC67F0537A}"/>
          </ac:spMkLst>
        </pc:spChg>
        <pc:spChg chg="add">
          <ac:chgData name="tatiana palacios" userId="3cb085085ed44d29" providerId="LiveId" clId="{E8F264A4-F950-446F-8A83-18451A428B83}" dt="2026-06-23T23:26:24.967" v="960" actId="26606"/>
          <ac:spMkLst>
            <pc:docMk/>
            <pc:sldMk cId="1897271478" sldId="273"/>
            <ac:spMk id="25" creationId="{AF6CB648-9554-488A-B457-99CAAD1DA528}"/>
          </ac:spMkLst>
        </pc:spChg>
        <pc:spChg chg="add">
          <ac:chgData name="tatiana palacios" userId="3cb085085ed44d29" providerId="LiveId" clId="{E8F264A4-F950-446F-8A83-18451A428B83}" dt="2026-06-23T23:26:24.967" v="960" actId="26606"/>
          <ac:spMkLst>
            <pc:docMk/>
            <pc:sldMk cId="1897271478" sldId="273"/>
            <ac:spMk id="26" creationId="{E3ADCBE7-9330-1CDA-00EB-CDD12DB722FF}"/>
          </ac:spMkLst>
        </pc:spChg>
        <pc:graphicFrameChg chg="add mod modGraphic">
          <ac:chgData name="tatiana palacios" userId="3cb085085ed44d29" providerId="LiveId" clId="{E8F264A4-F950-446F-8A83-18451A428B83}" dt="2026-06-27T19:22:50.968" v="1329" actId="113"/>
          <ac:graphicFrameMkLst>
            <pc:docMk/>
            <pc:sldMk cId="1897271478" sldId="273"/>
            <ac:graphicFrameMk id="11" creationId="{68E93D50-55AD-7A1E-E4D8-2DA214ED2E6B}"/>
          </ac:graphicFrameMkLst>
        </pc:graphicFrameChg>
      </pc:sldChg>
      <pc:sldChg chg="addSp delSp modSp new mod modTransition setBg">
        <pc:chgData name="tatiana palacios" userId="3cb085085ed44d29" providerId="LiveId" clId="{E8F264A4-F950-446F-8A83-18451A428B83}" dt="2026-06-27T19:23:22.082" v="1330"/>
        <pc:sldMkLst>
          <pc:docMk/>
          <pc:sldMk cId="1874468912" sldId="274"/>
        </pc:sldMkLst>
        <pc:spChg chg="mod">
          <ac:chgData name="tatiana palacios" userId="3cb085085ed44d29" providerId="LiveId" clId="{E8F264A4-F950-446F-8A83-18451A428B83}" dt="2026-06-27T19:23:22.082" v="1330"/>
          <ac:spMkLst>
            <pc:docMk/>
            <pc:sldMk cId="1874468912" sldId="274"/>
            <ac:spMk id="2" creationId="{5DE6352C-36FF-7CEF-3452-20811E72642A}"/>
          </ac:spMkLst>
        </pc:spChg>
        <pc:spChg chg="mod">
          <ac:chgData name="tatiana palacios" userId="3cb085085ed44d29" providerId="LiveId" clId="{E8F264A4-F950-446F-8A83-18451A428B83}" dt="2026-06-27T19:17:52.650" v="1298" actId="26606"/>
          <ac:spMkLst>
            <pc:docMk/>
            <pc:sldMk cId="1874468912" sldId="274"/>
            <ac:spMk id="3" creationId="{AA3BB0EC-CE6B-CAD7-7BD0-CBF218A73F39}"/>
          </ac:spMkLst>
        </pc:spChg>
        <pc:spChg chg="mod ord">
          <ac:chgData name="tatiana palacios" userId="3cb085085ed44d29" providerId="LiveId" clId="{E8F264A4-F950-446F-8A83-18451A428B83}" dt="2026-06-27T19:17:52.650" v="1298" actId="26606"/>
          <ac:spMkLst>
            <pc:docMk/>
            <pc:sldMk cId="1874468912" sldId="274"/>
            <ac:spMk id="4" creationId="{C92C2945-DEE1-1CCB-956C-70D2D4297D37}"/>
          </ac:spMkLst>
        </pc:spChg>
        <pc:spChg chg="add del">
          <ac:chgData name="tatiana palacios" userId="3cb085085ed44d29" providerId="LiveId" clId="{E8F264A4-F950-446F-8A83-18451A428B83}" dt="2026-06-27T19:17:52.650" v="1298" actId="26606"/>
          <ac:spMkLst>
            <pc:docMk/>
            <pc:sldMk cId="1874468912" sldId="274"/>
            <ac:spMk id="7" creationId="{EEBF1590-3B36-48EE-A89D-3B6F3CB256AB}"/>
          </ac:spMkLst>
        </pc:spChg>
        <pc:spChg chg="add del">
          <ac:chgData name="tatiana palacios" userId="3cb085085ed44d29" providerId="LiveId" clId="{E8F264A4-F950-446F-8A83-18451A428B83}" dt="2026-06-27T19:17:52.650" v="1298" actId="26606"/>
          <ac:spMkLst>
            <pc:docMk/>
            <pc:sldMk cId="1874468912" sldId="274"/>
            <ac:spMk id="10" creationId="{979E27D9-03C7-44E2-9FF8-15D0C8506AF7}"/>
          </ac:spMkLst>
        </pc:spChg>
        <pc:spChg chg="add del">
          <ac:chgData name="tatiana palacios" userId="3cb085085ed44d29" providerId="LiveId" clId="{E8F264A4-F950-446F-8A83-18451A428B83}" dt="2026-06-27T19:17:52.650" v="1298" actId="26606"/>
          <ac:spMkLst>
            <pc:docMk/>
            <pc:sldMk cId="1874468912" sldId="274"/>
            <ac:spMk id="14" creationId="{AC8F6C8C-AB5A-4548-942D-E3FD40ACBC49}"/>
          </ac:spMkLst>
        </pc:spChg>
        <pc:graphicFrameChg chg="add mod modGraphic">
          <ac:chgData name="tatiana palacios" userId="3cb085085ed44d29" providerId="LiveId" clId="{E8F264A4-F950-446F-8A83-18451A428B83}" dt="2026-06-27T19:21:17.271" v="1312" actId="122"/>
          <ac:graphicFrameMkLst>
            <pc:docMk/>
            <pc:sldMk cId="1874468912" sldId="274"/>
            <ac:graphicFrameMk id="5" creationId="{DB9FFDD9-A87E-5804-DCD3-606457F3E54D}"/>
          </ac:graphicFrameMkLst>
        </pc:graphicFrameChg>
        <pc:picChg chg="add del mod ord">
          <ac:chgData name="tatiana palacios" userId="3cb085085ed44d29" providerId="LiveId" clId="{E8F264A4-F950-446F-8A83-18451A428B83}" dt="2026-06-27T19:14:55.549" v="1276" actId="478"/>
          <ac:picMkLst>
            <pc:docMk/>
            <pc:sldMk cId="1874468912" sldId="274"/>
            <ac:picMk id="8" creationId="{386E0EBF-C6B0-468C-1245-CD18083E2330}"/>
          </ac:picMkLst>
        </pc:picChg>
        <pc:picChg chg="add del mod">
          <ac:chgData name="tatiana palacios" userId="3cb085085ed44d29" providerId="LiveId" clId="{E8F264A4-F950-446F-8A83-18451A428B83}" dt="2026-06-27T19:15:02.025" v="1279" actId="478"/>
          <ac:picMkLst>
            <pc:docMk/>
            <pc:sldMk cId="1874468912" sldId="274"/>
            <ac:picMk id="12" creationId="{2708F435-2A9D-9E60-FD03-D10FD6CC647B}"/>
          </ac:picMkLst>
        </pc:picChg>
      </pc:sldChg>
      <pc:sldChg chg="addSp delSp modSp new mod setBg">
        <pc:chgData name="tatiana palacios" userId="3cb085085ed44d29" providerId="LiveId" clId="{E8F264A4-F950-446F-8A83-18451A428B83}" dt="2026-06-27T19:59:28.720" v="1826" actId="403"/>
        <pc:sldMkLst>
          <pc:docMk/>
          <pc:sldMk cId="268814366" sldId="275"/>
        </pc:sldMkLst>
        <pc:spChg chg="mod">
          <ac:chgData name="tatiana palacios" userId="3cb085085ed44d29" providerId="LiveId" clId="{E8F264A4-F950-446F-8A83-18451A428B83}" dt="2026-06-27T19:25:01.785" v="1353" actId="1076"/>
          <ac:spMkLst>
            <pc:docMk/>
            <pc:sldMk cId="268814366" sldId="275"/>
            <ac:spMk id="2" creationId="{AA6D6A35-76D4-7B76-A792-F450E3379508}"/>
          </ac:spMkLst>
        </pc:spChg>
        <pc:spChg chg="add del">
          <ac:chgData name="tatiana palacios" userId="3cb085085ed44d29" providerId="LiveId" clId="{E8F264A4-F950-446F-8A83-18451A428B83}" dt="2026-06-27T19:23:57.121" v="1335"/>
          <ac:spMkLst>
            <pc:docMk/>
            <pc:sldMk cId="268814366" sldId="275"/>
            <ac:spMk id="3" creationId="{A0D34044-1AC8-1F5D-536B-1101EC8B983C}"/>
          </ac:spMkLst>
        </pc:spChg>
        <pc:spChg chg="mod">
          <ac:chgData name="tatiana palacios" userId="3cb085085ed44d29" providerId="LiveId" clId="{E8F264A4-F950-446F-8A83-18451A428B83}" dt="2026-06-27T19:24:02.858" v="1336" actId="26606"/>
          <ac:spMkLst>
            <pc:docMk/>
            <pc:sldMk cId="268814366" sldId="275"/>
            <ac:spMk id="4" creationId="{0F9F58AD-D8F2-1A4C-CDB9-5877F36F8966}"/>
          </ac:spMkLst>
        </pc:spChg>
        <pc:spChg chg="add mod">
          <ac:chgData name="tatiana palacios" userId="3cb085085ed44d29" providerId="LiveId" clId="{E8F264A4-F950-446F-8A83-18451A428B83}" dt="2026-06-27T19:59:28.720" v="1826" actId="403"/>
          <ac:spMkLst>
            <pc:docMk/>
            <pc:sldMk cId="268814366" sldId="275"/>
            <ac:spMk id="8" creationId="{9797B1D8-8614-8611-EADC-143464AEFEB7}"/>
          </ac:spMkLst>
        </pc:spChg>
        <pc:spChg chg="add">
          <ac:chgData name="tatiana palacios" userId="3cb085085ed44d29" providerId="LiveId" clId="{E8F264A4-F950-446F-8A83-18451A428B83}" dt="2026-06-27T19:24:02.858" v="1336" actId="26606"/>
          <ac:spMkLst>
            <pc:docMk/>
            <pc:sldMk cId="268814366" sldId="275"/>
            <ac:spMk id="11" creationId="{01A22726-DA03-BCB0-F12E-98258FB7E5C0}"/>
          </ac:spMkLst>
        </pc:spChg>
        <pc:graphicFrameChg chg="add mod">
          <ac:chgData name="tatiana palacios" userId="3cb085085ed44d29" providerId="LiveId" clId="{E8F264A4-F950-446F-8A83-18451A428B83}" dt="2026-06-27T19:23:55.397" v="1334"/>
          <ac:graphicFrameMkLst>
            <pc:docMk/>
            <pc:sldMk cId="268814366" sldId="275"/>
            <ac:graphicFrameMk id="5" creationId="{9CA07661-30AC-5351-8BF8-7C41B710AE81}"/>
          </ac:graphicFrameMkLst>
        </pc:graphicFrameChg>
        <pc:graphicFrameChg chg="add mod ord modGraphic">
          <ac:chgData name="tatiana palacios" userId="3cb085085ed44d29" providerId="LiveId" clId="{E8F264A4-F950-446F-8A83-18451A428B83}" dt="2026-06-27T19:49:45.451" v="1647" actId="207"/>
          <ac:graphicFrameMkLst>
            <pc:docMk/>
            <pc:sldMk cId="268814366" sldId="275"/>
            <ac:graphicFrameMk id="6" creationId="{FF832CF1-F084-4E22-4638-8BB4A7CBC9FE}"/>
          </ac:graphicFrameMkLst>
        </pc:graphicFrameChg>
      </pc:sldChg>
      <pc:sldChg chg="addSp delSp modSp new mod">
        <pc:chgData name="tatiana palacios" userId="3cb085085ed44d29" providerId="LiveId" clId="{E8F264A4-F950-446F-8A83-18451A428B83}" dt="2026-06-27T20:00:09.922" v="1832" actId="1076"/>
        <pc:sldMkLst>
          <pc:docMk/>
          <pc:sldMk cId="3160208842" sldId="276"/>
        </pc:sldMkLst>
        <pc:spChg chg="mod">
          <ac:chgData name="tatiana palacios" userId="3cb085085ed44d29" providerId="LiveId" clId="{E8F264A4-F950-446F-8A83-18451A428B83}" dt="2026-06-27T19:27:30.714" v="1384"/>
          <ac:spMkLst>
            <pc:docMk/>
            <pc:sldMk cId="3160208842" sldId="276"/>
            <ac:spMk id="2" creationId="{579205C0-30B5-5B8A-BF4A-CF0370A2F446}"/>
          </ac:spMkLst>
        </pc:spChg>
        <pc:spChg chg="del">
          <ac:chgData name="tatiana palacios" userId="3cb085085ed44d29" providerId="LiveId" clId="{E8F264A4-F950-446F-8A83-18451A428B83}" dt="2026-06-27T19:27:12.057" v="1379"/>
          <ac:spMkLst>
            <pc:docMk/>
            <pc:sldMk cId="3160208842" sldId="276"/>
            <ac:spMk id="3" creationId="{D65F4045-AD14-8BA6-502F-8D86BADDC941}"/>
          </ac:spMkLst>
        </pc:spChg>
        <pc:spChg chg="add mod">
          <ac:chgData name="tatiana palacios" userId="3cb085085ed44d29" providerId="LiveId" clId="{E8F264A4-F950-446F-8A83-18451A428B83}" dt="2026-06-27T20:00:09.922" v="1832" actId="1076"/>
          <ac:spMkLst>
            <pc:docMk/>
            <pc:sldMk cId="3160208842" sldId="276"/>
            <ac:spMk id="7" creationId="{72F27E38-1F0D-98A7-EB72-ADC3AFB19C24}"/>
          </ac:spMkLst>
        </pc:spChg>
        <pc:graphicFrameChg chg="add mod modGraphic">
          <ac:chgData name="tatiana palacios" userId="3cb085085ed44d29" providerId="LiveId" clId="{E8F264A4-F950-446F-8A83-18451A428B83}" dt="2026-06-27T19:28:33.212" v="1399" actId="1076"/>
          <ac:graphicFrameMkLst>
            <pc:docMk/>
            <pc:sldMk cId="3160208842" sldId="276"/>
            <ac:graphicFrameMk id="6" creationId="{F5F0C849-A332-BD05-E17D-1F850FE3F107}"/>
          </ac:graphicFrameMkLst>
        </pc:graphicFrameChg>
        <pc:picChg chg="add mod">
          <ac:chgData name="tatiana palacios" userId="3cb085085ed44d29" providerId="LiveId" clId="{E8F264A4-F950-446F-8A83-18451A428B83}" dt="2026-06-27T19:28:36.820" v="1400" actId="1076"/>
          <ac:picMkLst>
            <pc:docMk/>
            <pc:sldMk cId="3160208842" sldId="276"/>
            <ac:picMk id="5" creationId="{5900D537-6210-D061-DD43-B81E977427E9}"/>
          </ac:picMkLst>
        </pc:picChg>
      </pc:sldChg>
      <pc:sldChg chg="addSp delSp modSp new mod ord">
        <pc:chgData name="tatiana palacios" userId="3cb085085ed44d29" providerId="LiveId" clId="{E8F264A4-F950-446F-8A83-18451A428B83}" dt="2026-06-27T19:58:54.307" v="1825" actId="1076"/>
        <pc:sldMkLst>
          <pc:docMk/>
          <pc:sldMk cId="2087500798" sldId="277"/>
        </pc:sldMkLst>
        <pc:spChg chg="mod">
          <ac:chgData name="tatiana palacios" userId="3cb085085ed44d29" providerId="LiveId" clId="{E8F264A4-F950-446F-8A83-18451A428B83}" dt="2026-06-27T19:51:37.414" v="1656" actId="20577"/>
          <ac:spMkLst>
            <pc:docMk/>
            <pc:sldMk cId="2087500798" sldId="277"/>
            <ac:spMk id="2" creationId="{FF7A4FA8-BF98-83C4-3A57-955BBCF74E5C}"/>
          </ac:spMkLst>
        </pc:spChg>
        <pc:spChg chg="mod">
          <ac:chgData name="tatiana palacios" userId="3cb085085ed44d29" providerId="LiveId" clId="{E8F264A4-F950-446F-8A83-18451A428B83}" dt="2026-06-27T19:58:32.857" v="1821" actId="27636"/>
          <ac:spMkLst>
            <pc:docMk/>
            <pc:sldMk cId="2087500798" sldId="277"/>
            <ac:spMk id="3" creationId="{71AF3F30-9F05-9A98-E1B6-1104F66D8692}"/>
          </ac:spMkLst>
        </pc:spChg>
        <pc:spChg chg="add del mod">
          <ac:chgData name="tatiana palacios" userId="3cb085085ed44d29" providerId="LiveId" clId="{E8F264A4-F950-446F-8A83-18451A428B83}" dt="2026-06-27T19:29:49.830" v="1416" actId="22"/>
          <ac:spMkLst>
            <pc:docMk/>
            <pc:sldMk cId="2087500798" sldId="277"/>
            <ac:spMk id="6" creationId="{59A64865-EFEC-593D-C3E3-D87FF9007A08}"/>
          </ac:spMkLst>
        </pc:spChg>
        <pc:spChg chg="add del mod">
          <ac:chgData name="tatiana palacios" userId="3cb085085ed44d29" providerId="LiveId" clId="{E8F264A4-F950-446F-8A83-18451A428B83}" dt="2026-06-27T19:57:50.306" v="1817" actId="478"/>
          <ac:spMkLst>
            <pc:docMk/>
            <pc:sldMk cId="2087500798" sldId="277"/>
            <ac:spMk id="7" creationId="{5ADEADF6-2A47-2B56-8E60-8C3D890228E7}"/>
          </ac:spMkLst>
        </pc:spChg>
        <pc:spChg chg="add del mod">
          <ac:chgData name="tatiana palacios" userId="3cb085085ed44d29" providerId="LiveId" clId="{E8F264A4-F950-446F-8A83-18451A428B83}" dt="2026-06-27T19:58:46.256" v="1824" actId="478"/>
          <ac:spMkLst>
            <pc:docMk/>
            <pc:sldMk cId="2087500798" sldId="277"/>
            <ac:spMk id="9" creationId="{D4526686-A4B5-9C51-1D45-8F29DBCB361E}"/>
          </ac:spMkLst>
        </pc:spChg>
        <pc:graphicFrameChg chg="add mod modGraphic">
          <ac:chgData name="tatiana palacios" userId="3cb085085ed44d29" providerId="LiveId" clId="{E8F264A4-F950-446F-8A83-18451A428B83}" dt="2026-06-27T19:58:54.307" v="1825" actId="1076"/>
          <ac:graphicFrameMkLst>
            <pc:docMk/>
            <pc:sldMk cId="2087500798" sldId="277"/>
            <ac:graphicFrameMk id="5" creationId="{649E9308-B60E-4C34-2BFB-EC6CA84A2941}"/>
          </ac:graphicFrameMkLst>
        </pc:graphicFrameChg>
      </pc:sldChg>
      <pc:sldChg chg="addSp delSp modSp new mod setBg">
        <pc:chgData name="tatiana palacios" userId="3cb085085ed44d29" providerId="LiveId" clId="{E8F264A4-F950-446F-8A83-18451A428B83}" dt="2026-06-27T19:50:56.642" v="1654"/>
        <pc:sldMkLst>
          <pc:docMk/>
          <pc:sldMk cId="1834751572" sldId="278"/>
        </pc:sldMkLst>
        <pc:spChg chg="mod">
          <ac:chgData name="tatiana palacios" userId="3cb085085ed44d29" providerId="LiveId" clId="{E8F264A4-F950-446F-8A83-18451A428B83}" dt="2026-06-27T19:38:24.746" v="1491" actId="26606"/>
          <ac:spMkLst>
            <pc:docMk/>
            <pc:sldMk cId="1834751572" sldId="278"/>
            <ac:spMk id="2" creationId="{87A23F2C-F717-3442-D2BB-BC1A40EE59DC}"/>
          </ac:spMkLst>
        </pc:spChg>
        <pc:spChg chg="add del mod">
          <ac:chgData name="tatiana palacios" userId="3cb085085ed44d29" providerId="LiveId" clId="{E8F264A4-F950-446F-8A83-18451A428B83}" dt="2026-06-27T19:50:56.642" v="1654"/>
          <ac:spMkLst>
            <pc:docMk/>
            <pc:sldMk cId="1834751572" sldId="278"/>
            <ac:spMk id="3" creationId="{C10BC3A4-1A1F-80FA-997D-65A057F45DD2}"/>
          </ac:spMkLst>
        </pc:spChg>
        <pc:spChg chg="mod ord">
          <ac:chgData name="tatiana palacios" userId="3cb085085ed44d29" providerId="LiveId" clId="{E8F264A4-F950-446F-8A83-18451A428B83}" dt="2026-06-27T19:38:24.746" v="1491" actId="26606"/>
          <ac:spMkLst>
            <pc:docMk/>
            <pc:sldMk cId="1834751572" sldId="278"/>
            <ac:spMk id="4" creationId="{5B5C63C9-DDA2-CA6C-BEC9-A22421C0D69C}"/>
          </ac:spMkLst>
        </pc:spChg>
        <pc:spChg chg="add del">
          <ac:chgData name="tatiana palacios" userId="3cb085085ed44d29" providerId="LiveId" clId="{E8F264A4-F950-446F-8A83-18451A428B83}" dt="2026-06-27T19:38:24.733" v="1490" actId="26606"/>
          <ac:spMkLst>
            <pc:docMk/>
            <pc:sldMk cId="1834751572" sldId="278"/>
            <ac:spMk id="13" creationId="{2B97F24A-32CE-4C1C-A50D-3016B394DCFB}"/>
          </ac:spMkLst>
        </pc:spChg>
        <pc:spChg chg="add del">
          <ac:chgData name="tatiana palacios" userId="3cb085085ed44d29" providerId="LiveId" clId="{E8F264A4-F950-446F-8A83-18451A428B83}" dt="2026-06-27T19:38:24.733" v="1490" actId="26606"/>
          <ac:spMkLst>
            <pc:docMk/>
            <pc:sldMk cId="1834751572" sldId="278"/>
            <ac:spMk id="15" creationId="{6357EC4F-235E-4222-A36F-C7878ACE37F2}"/>
          </ac:spMkLst>
        </pc:spChg>
        <pc:grpChg chg="add">
          <ac:chgData name="tatiana palacios" userId="3cb085085ed44d29" providerId="LiveId" clId="{E8F264A4-F950-446F-8A83-18451A428B83}" dt="2026-06-27T19:38:24.746" v="1491" actId="26606"/>
          <ac:grpSpMkLst>
            <pc:docMk/>
            <pc:sldMk cId="1834751572" sldId="278"/>
            <ac:grpSpMk id="17" creationId="{6258F736-B256-8039-9DC6-F4E49A5C5AD5}"/>
          </ac:grpSpMkLst>
        </pc:grpChg>
        <pc:picChg chg="add del mod ord">
          <ac:chgData name="tatiana palacios" userId="3cb085085ed44d29" providerId="LiveId" clId="{E8F264A4-F950-446F-8A83-18451A428B83}" dt="2026-06-27T19:37:22.656" v="1479" actId="22"/>
          <ac:picMkLst>
            <pc:docMk/>
            <pc:sldMk cId="1834751572" sldId="278"/>
            <ac:picMk id="6" creationId="{4242E757-9DC7-9F83-C43E-39F8ECE9A81D}"/>
          </ac:picMkLst>
        </pc:picChg>
        <pc:picChg chg="add mod">
          <ac:chgData name="tatiana palacios" userId="3cb085085ed44d29" providerId="LiveId" clId="{E8F264A4-F950-446F-8A83-18451A428B83}" dt="2026-06-27T19:38:24.746" v="1491" actId="26606"/>
          <ac:picMkLst>
            <pc:docMk/>
            <pc:sldMk cId="1834751572" sldId="278"/>
            <ac:picMk id="8" creationId="{C3CC4216-F790-A75C-9A22-AD366A909779}"/>
          </ac:picMkLst>
        </pc:picChg>
      </pc:sldChg>
      <pc:sldChg chg="modSp new mod ord">
        <pc:chgData name="tatiana palacios" userId="3cb085085ed44d29" providerId="LiveId" clId="{E8F264A4-F950-446F-8A83-18451A428B83}" dt="2026-06-27T20:06:01.618" v="1865" actId="20577"/>
        <pc:sldMkLst>
          <pc:docMk/>
          <pc:sldMk cId="1976924021" sldId="279"/>
        </pc:sldMkLst>
        <pc:spChg chg="mod">
          <ac:chgData name="tatiana palacios" userId="3cb085085ed44d29" providerId="LiveId" clId="{E8F264A4-F950-446F-8A83-18451A428B83}" dt="2026-06-27T19:52:18.601" v="1705" actId="20577"/>
          <ac:spMkLst>
            <pc:docMk/>
            <pc:sldMk cId="1976924021" sldId="279"/>
            <ac:spMk id="2" creationId="{DD272D31-27BE-6C9D-E4A5-DA19267B0309}"/>
          </ac:spMkLst>
        </pc:spChg>
        <pc:spChg chg="mod">
          <ac:chgData name="tatiana palacios" userId="3cb085085ed44d29" providerId="LiveId" clId="{E8F264A4-F950-446F-8A83-18451A428B83}" dt="2026-06-27T20:06:01.618" v="1865" actId="20577"/>
          <ac:spMkLst>
            <pc:docMk/>
            <pc:sldMk cId="1976924021" sldId="279"/>
            <ac:spMk id="3" creationId="{244886B2-63C3-7910-BD0F-B7212A3C6E6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D0F14B-B2EF-4BAF-BD5B-B6A9743FCF2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2DC971-4534-47F4-AF99-D9ABDEBE562B}">
      <dgm:prSet/>
      <dgm:spPr/>
      <dgm:t>
        <a:bodyPr/>
        <a:lstStyle/>
        <a:p>
          <a:r>
            <a:rPr lang="en-US" dirty="0"/>
            <a:t>Data Collection</a:t>
          </a:r>
        </a:p>
      </dgm:t>
    </dgm:pt>
    <dgm:pt modelId="{41776514-3EDF-43FC-B67E-4D3221172A53}" type="parTrans" cxnId="{DD8DB7E4-CBC0-4228-A143-C207BD37EDEC}">
      <dgm:prSet/>
      <dgm:spPr/>
      <dgm:t>
        <a:bodyPr/>
        <a:lstStyle/>
        <a:p>
          <a:endParaRPr lang="en-US"/>
        </a:p>
      </dgm:t>
    </dgm:pt>
    <dgm:pt modelId="{7C96DFEB-36E8-43AF-B3E3-0B2AC2235C64}" type="sibTrans" cxnId="{DD8DB7E4-CBC0-4228-A143-C207BD37EDEC}">
      <dgm:prSet/>
      <dgm:spPr/>
      <dgm:t>
        <a:bodyPr/>
        <a:lstStyle/>
        <a:p>
          <a:endParaRPr lang="en-US"/>
        </a:p>
      </dgm:t>
    </dgm:pt>
    <dgm:pt modelId="{5E1F4BD4-CF59-4799-AE01-F50C959F323F}">
      <dgm:prSet/>
      <dgm:spPr/>
      <dgm:t>
        <a:bodyPr/>
        <a:lstStyle/>
        <a:p>
          <a:r>
            <a:rPr lang="en-US"/>
            <a:t>Data Cleaning</a:t>
          </a:r>
        </a:p>
      </dgm:t>
    </dgm:pt>
    <dgm:pt modelId="{64046D11-65CD-4C4C-88CF-6B0518120284}" type="parTrans" cxnId="{A6ED4491-90A6-49E2-9109-6E9EA8AABD54}">
      <dgm:prSet/>
      <dgm:spPr/>
      <dgm:t>
        <a:bodyPr/>
        <a:lstStyle/>
        <a:p>
          <a:endParaRPr lang="en-US"/>
        </a:p>
      </dgm:t>
    </dgm:pt>
    <dgm:pt modelId="{E8AAE2D8-7CCC-400D-A8C1-540C001EBB83}" type="sibTrans" cxnId="{A6ED4491-90A6-49E2-9109-6E9EA8AABD54}">
      <dgm:prSet/>
      <dgm:spPr/>
      <dgm:t>
        <a:bodyPr/>
        <a:lstStyle/>
        <a:p>
          <a:endParaRPr lang="en-US"/>
        </a:p>
      </dgm:t>
    </dgm:pt>
    <dgm:pt modelId="{5885C696-4847-400F-8341-EF1261D61AA0}">
      <dgm:prSet/>
      <dgm:spPr/>
      <dgm:t>
        <a:bodyPr/>
        <a:lstStyle/>
        <a:p>
          <a:r>
            <a:rPr lang="en-US"/>
            <a:t>EDA</a:t>
          </a:r>
        </a:p>
      </dgm:t>
    </dgm:pt>
    <dgm:pt modelId="{6231F2B6-9880-4913-9E93-C8D0D9B41359}" type="parTrans" cxnId="{5966C2E4-33B5-49E9-8F71-AC3429FBFE78}">
      <dgm:prSet/>
      <dgm:spPr/>
      <dgm:t>
        <a:bodyPr/>
        <a:lstStyle/>
        <a:p>
          <a:endParaRPr lang="en-US"/>
        </a:p>
      </dgm:t>
    </dgm:pt>
    <dgm:pt modelId="{621C9DB1-2625-4C49-B2E9-7257780B6466}" type="sibTrans" cxnId="{5966C2E4-33B5-49E9-8F71-AC3429FBFE78}">
      <dgm:prSet/>
      <dgm:spPr/>
      <dgm:t>
        <a:bodyPr/>
        <a:lstStyle/>
        <a:p>
          <a:endParaRPr lang="en-US"/>
        </a:p>
      </dgm:t>
    </dgm:pt>
    <dgm:pt modelId="{673A20BB-FBEC-48D0-AD79-4BA6D478006C}">
      <dgm:prSet/>
      <dgm:spPr/>
      <dgm:t>
        <a:bodyPr/>
        <a:lstStyle/>
        <a:p>
          <a:r>
            <a:rPr lang="en-US"/>
            <a:t>Feature Engineering</a:t>
          </a:r>
        </a:p>
      </dgm:t>
    </dgm:pt>
    <dgm:pt modelId="{7E6B1844-5EDB-4475-AC94-E23165A6EF16}" type="parTrans" cxnId="{746F3F32-C47C-4945-8248-43E28DA50017}">
      <dgm:prSet/>
      <dgm:spPr/>
      <dgm:t>
        <a:bodyPr/>
        <a:lstStyle/>
        <a:p>
          <a:endParaRPr lang="en-US"/>
        </a:p>
      </dgm:t>
    </dgm:pt>
    <dgm:pt modelId="{A3BD9626-9926-4526-A28C-783CD650EDDA}" type="sibTrans" cxnId="{746F3F32-C47C-4945-8248-43E28DA50017}">
      <dgm:prSet/>
      <dgm:spPr/>
      <dgm:t>
        <a:bodyPr/>
        <a:lstStyle/>
        <a:p>
          <a:endParaRPr lang="en-US"/>
        </a:p>
      </dgm:t>
    </dgm:pt>
    <dgm:pt modelId="{6F56ECB9-0441-41FD-9675-3F21376A8ADF}">
      <dgm:prSet/>
      <dgm:spPr/>
      <dgm:t>
        <a:bodyPr/>
        <a:lstStyle/>
        <a:p>
          <a:r>
            <a:rPr lang="en-US"/>
            <a:t>Model Development</a:t>
          </a:r>
        </a:p>
      </dgm:t>
    </dgm:pt>
    <dgm:pt modelId="{6C17E001-24AB-415B-A921-B1F673615039}" type="parTrans" cxnId="{9109F64A-FF26-447E-B657-E08CD32C3B22}">
      <dgm:prSet/>
      <dgm:spPr/>
      <dgm:t>
        <a:bodyPr/>
        <a:lstStyle/>
        <a:p>
          <a:endParaRPr lang="en-US"/>
        </a:p>
      </dgm:t>
    </dgm:pt>
    <dgm:pt modelId="{6D0BAC58-CCED-41A0-8E4F-C4C94135752F}" type="sibTrans" cxnId="{9109F64A-FF26-447E-B657-E08CD32C3B22}">
      <dgm:prSet/>
      <dgm:spPr/>
      <dgm:t>
        <a:bodyPr/>
        <a:lstStyle/>
        <a:p>
          <a:endParaRPr lang="en-US"/>
        </a:p>
      </dgm:t>
    </dgm:pt>
    <dgm:pt modelId="{20C27DBB-4F94-41A3-A464-B7898F97AFC1}">
      <dgm:prSet/>
      <dgm:spPr/>
      <dgm:t>
        <a:bodyPr/>
        <a:lstStyle/>
        <a:p>
          <a:r>
            <a:rPr lang="en-US"/>
            <a:t>Model Evaluation</a:t>
          </a:r>
        </a:p>
      </dgm:t>
    </dgm:pt>
    <dgm:pt modelId="{3C827517-87C6-4643-902B-F1C2DB71F019}" type="parTrans" cxnId="{FB64E919-1C29-4EDD-B23F-B530C9C12161}">
      <dgm:prSet/>
      <dgm:spPr/>
      <dgm:t>
        <a:bodyPr/>
        <a:lstStyle/>
        <a:p>
          <a:endParaRPr lang="en-US"/>
        </a:p>
      </dgm:t>
    </dgm:pt>
    <dgm:pt modelId="{E9CE9969-2B5C-494E-9713-062CB49E583C}" type="sibTrans" cxnId="{FB64E919-1C29-4EDD-B23F-B530C9C12161}">
      <dgm:prSet/>
      <dgm:spPr/>
      <dgm:t>
        <a:bodyPr/>
        <a:lstStyle/>
        <a:p>
          <a:endParaRPr lang="en-US"/>
        </a:p>
      </dgm:t>
    </dgm:pt>
    <dgm:pt modelId="{85E2AA9F-AA60-4214-8C26-07CE4BA6050F}">
      <dgm:prSet/>
      <dgm:spPr/>
      <dgm:t>
        <a:bodyPr/>
        <a:lstStyle/>
        <a:p>
          <a:r>
            <a:rPr lang="en-US"/>
            <a:t>Feature Importance</a:t>
          </a:r>
        </a:p>
      </dgm:t>
    </dgm:pt>
    <dgm:pt modelId="{E77A191A-4A11-4A8B-86E1-29C769E1BB60}" type="parTrans" cxnId="{A5A66393-ECE8-463A-BDCA-2E84F2EC02E6}">
      <dgm:prSet/>
      <dgm:spPr/>
      <dgm:t>
        <a:bodyPr/>
        <a:lstStyle/>
        <a:p>
          <a:endParaRPr lang="en-US"/>
        </a:p>
      </dgm:t>
    </dgm:pt>
    <dgm:pt modelId="{0AD14FA0-A7FD-457A-8C13-66B109D1F764}" type="sibTrans" cxnId="{A5A66393-ECE8-463A-BDCA-2E84F2EC02E6}">
      <dgm:prSet/>
      <dgm:spPr/>
      <dgm:t>
        <a:bodyPr/>
        <a:lstStyle/>
        <a:p>
          <a:endParaRPr lang="en-US"/>
        </a:p>
      </dgm:t>
    </dgm:pt>
    <dgm:pt modelId="{4875B582-ACF9-4CE5-96B1-7B708D0CCBFE}">
      <dgm:prSet/>
      <dgm:spPr/>
      <dgm:t>
        <a:bodyPr/>
        <a:lstStyle/>
        <a:p>
          <a:r>
            <a:rPr lang="en-US"/>
            <a:t>Business Insights</a:t>
          </a:r>
        </a:p>
      </dgm:t>
    </dgm:pt>
    <dgm:pt modelId="{68CD637A-132A-4E07-B096-5C11F207049F}" type="parTrans" cxnId="{AC9A7BBB-C5C5-408E-8A53-B12F69FF2157}">
      <dgm:prSet/>
      <dgm:spPr/>
      <dgm:t>
        <a:bodyPr/>
        <a:lstStyle/>
        <a:p>
          <a:endParaRPr lang="en-US"/>
        </a:p>
      </dgm:t>
    </dgm:pt>
    <dgm:pt modelId="{12348A2D-AD92-4FCC-A410-815908BD6600}" type="sibTrans" cxnId="{AC9A7BBB-C5C5-408E-8A53-B12F69FF2157}">
      <dgm:prSet/>
      <dgm:spPr/>
      <dgm:t>
        <a:bodyPr/>
        <a:lstStyle/>
        <a:p>
          <a:endParaRPr lang="en-US"/>
        </a:p>
      </dgm:t>
    </dgm:pt>
    <dgm:pt modelId="{9C43C590-65FF-4E4D-9CDA-A61CFE78BAB5}" type="pres">
      <dgm:prSet presAssocID="{59D0F14B-B2EF-4BAF-BD5B-B6A9743FCF2D}" presName="Name0" presStyleCnt="0">
        <dgm:presLayoutVars>
          <dgm:dir/>
          <dgm:resizeHandles val="exact"/>
        </dgm:presLayoutVars>
      </dgm:prSet>
      <dgm:spPr/>
    </dgm:pt>
    <dgm:pt modelId="{49B0405C-52C0-404E-B489-218F46ACEBB1}" type="pres">
      <dgm:prSet presAssocID="{8B2DC971-4534-47F4-AF99-D9ABDEBE562B}" presName="node" presStyleLbl="node1" presStyleIdx="0" presStyleCnt="8">
        <dgm:presLayoutVars>
          <dgm:bulletEnabled val="1"/>
        </dgm:presLayoutVars>
      </dgm:prSet>
      <dgm:spPr/>
    </dgm:pt>
    <dgm:pt modelId="{B48FBBFB-7DFA-4B84-9B20-4AE70D542836}" type="pres">
      <dgm:prSet presAssocID="{7C96DFEB-36E8-43AF-B3E3-0B2AC2235C64}" presName="sibTrans" presStyleLbl="sibTrans1D1" presStyleIdx="0" presStyleCnt="7"/>
      <dgm:spPr/>
    </dgm:pt>
    <dgm:pt modelId="{1FBD69A0-32DC-4874-89B2-AFEA5B799131}" type="pres">
      <dgm:prSet presAssocID="{7C96DFEB-36E8-43AF-B3E3-0B2AC2235C64}" presName="connectorText" presStyleLbl="sibTrans1D1" presStyleIdx="0" presStyleCnt="7"/>
      <dgm:spPr/>
    </dgm:pt>
    <dgm:pt modelId="{151D2911-42EE-43ED-81AC-CFC9D9539B4B}" type="pres">
      <dgm:prSet presAssocID="{5E1F4BD4-CF59-4799-AE01-F50C959F323F}" presName="node" presStyleLbl="node1" presStyleIdx="1" presStyleCnt="8">
        <dgm:presLayoutVars>
          <dgm:bulletEnabled val="1"/>
        </dgm:presLayoutVars>
      </dgm:prSet>
      <dgm:spPr/>
    </dgm:pt>
    <dgm:pt modelId="{A6C5CCB4-A6B5-4BF7-91FD-B873A77BDAD3}" type="pres">
      <dgm:prSet presAssocID="{E8AAE2D8-7CCC-400D-A8C1-540C001EBB83}" presName="sibTrans" presStyleLbl="sibTrans1D1" presStyleIdx="1" presStyleCnt="7"/>
      <dgm:spPr/>
    </dgm:pt>
    <dgm:pt modelId="{5C1C35A8-1E5D-48D9-93AF-BD04ABAE7AA1}" type="pres">
      <dgm:prSet presAssocID="{E8AAE2D8-7CCC-400D-A8C1-540C001EBB83}" presName="connectorText" presStyleLbl="sibTrans1D1" presStyleIdx="1" presStyleCnt="7"/>
      <dgm:spPr/>
    </dgm:pt>
    <dgm:pt modelId="{3F78A70A-D5D2-4383-A5B7-40FCEDBA1BCE}" type="pres">
      <dgm:prSet presAssocID="{5885C696-4847-400F-8341-EF1261D61AA0}" presName="node" presStyleLbl="node1" presStyleIdx="2" presStyleCnt="8">
        <dgm:presLayoutVars>
          <dgm:bulletEnabled val="1"/>
        </dgm:presLayoutVars>
      </dgm:prSet>
      <dgm:spPr/>
    </dgm:pt>
    <dgm:pt modelId="{5EC0CE31-2930-4879-8FEC-9F2AF999BAF3}" type="pres">
      <dgm:prSet presAssocID="{621C9DB1-2625-4C49-B2E9-7257780B6466}" presName="sibTrans" presStyleLbl="sibTrans1D1" presStyleIdx="2" presStyleCnt="7"/>
      <dgm:spPr/>
    </dgm:pt>
    <dgm:pt modelId="{8B18B5E8-62D9-4A7E-85A3-75C378B19104}" type="pres">
      <dgm:prSet presAssocID="{621C9DB1-2625-4C49-B2E9-7257780B6466}" presName="connectorText" presStyleLbl="sibTrans1D1" presStyleIdx="2" presStyleCnt="7"/>
      <dgm:spPr/>
    </dgm:pt>
    <dgm:pt modelId="{2EC7CAAC-4DC3-4823-AF83-3A6735434523}" type="pres">
      <dgm:prSet presAssocID="{673A20BB-FBEC-48D0-AD79-4BA6D478006C}" presName="node" presStyleLbl="node1" presStyleIdx="3" presStyleCnt="8">
        <dgm:presLayoutVars>
          <dgm:bulletEnabled val="1"/>
        </dgm:presLayoutVars>
      </dgm:prSet>
      <dgm:spPr/>
    </dgm:pt>
    <dgm:pt modelId="{12FD0956-4C50-4A2D-95F5-886F0A685ACB}" type="pres">
      <dgm:prSet presAssocID="{A3BD9626-9926-4526-A28C-783CD650EDDA}" presName="sibTrans" presStyleLbl="sibTrans1D1" presStyleIdx="3" presStyleCnt="7"/>
      <dgm:spPr/>
    </dgm:pt>
    <dgm:pt modelId="{745D97EF-569A-44E6-86D0-89D0924F9930}" type="pres">
      <dgm:prSet presAssocID="{A3BD9626-9926-4526-A28C-783CD650EDDA}" presName="connectorText" presStyleLbl="sibTrans1D1" presStyleIdx="3" presStyleCnt="7"/>
      <dgm:spPr/>
    </dgm:pt>
    <dgm:pt modelId="{BC624BD4-9EC6-4843-8403-1276F8DD0B4E}" type="pres">
      <dgm:prSet presAssocID="{6F56ECB9-0441-41FD-9675-3F21376A8ADF}" presName="node" presStyleLbl="node1" presStyleIdx="4" presStyleCnt="8">
        <dgm:presLayoutVars>
          <dgm:bulletEnabled val="1"/>
        </dgm:presLayoutVars>
      </dgm:prSet>
      <dgm:spPr/>
    </dgm:pt>
    <dgm:pt modelId="{E63A9A3A-4F7F-4699-822C-05E1483E51B2}" type="pres">
      <dgm:prSet presAssocID="{6D0BAC58-CCED-41A0-8E4F-C4C94135752F}" presName="sibTrans" presStyleLbl="sibTrans1D1" presStyleIdx="4" presStyleCnt="7"/>
      <dgm:spPr/>
    </dgm:pt>
    <dgm:pt modelId="{ED3A92A5-932A-45A8-A4C8-0414E19F09CF}" type="pres">
      <dgm:prSet presAssocID="{6D0BAC58-CCED-41A0-8E4F-C4C94135752F}" presName="connectorText" presStyleLbl="sibTrans1D1" presStyleIdx="4" presStyleCnt="7"/>
      <dgm:spPr/>
    </dgm:pt>
    <dgm:pt modelId="{CBB3BD29-70C9-47DA-99CE-01C7B58E6AAF}" type="pres">
      <dgm:prSet presAssocID="{20C27DBB-4F94-41A3-A464-B7898F97AFC1}" presName="node" presStyleLbl="node1" presStyleIdx="5" presStyleCnt="8">
        <dgm:presLayoutVars>
          <dgm:bulletEnabled val="1"/>
        </dgm:presLayoutVars>
      </dgm:prSet>
      <dgm:spPr/>
    </dgm:pt>
    <dgm:pt modelId="{5B25CA3E-F861-4DC3-B1CA-F9463458B401}" type="pres">
      <dgm:prSet presAssocID="{E9CE9969-2B5C-494E-9713-062CB49E583C}" presName="sibTrans" presStyleLbl="sibTrans1D1" presStyleIdx="5" presStyleCnt="7"/>
      <dgm:spPr/>
    </dgm:pt>
    <dgm:pt modelId="{F1640967-5ED1-48E8-AA71-68EE15A9E89D}" type="pres">
      <dgm:prSet presAssocID="{E9CE9969-2B5C-494E-9713-062CB49E583C}" presName="connectorText" presStyleLbl="sibTrans1D1" presStyleIdx="5" presStyleCnt="7"/>
      <dgm:spPr/>
    </dgm:pt>
    <dgm:pt modelId="{14BDF79E-2948-47DB-A238-FF9799DD3AA2}" type="pres">
      <dgm:prSet presAssocID="{85E2AA9F-AA60-4214-8C26-07CE4BA6050F}" presName="node" presStyleLbl="node1" presStyleIdx="6" presStyleCnt="8">
        <dgm:presLayoutVars>
          <dgm:bulletEnabled val="1"/>
        </dgm:presLayoutVars>
      </dgm:prSet>
      <dgm:spPr/>
    </dgm:pt>
    <dgm:pt modelId="{55642D21-9BDF-419F-A391-AC86646E4BF9}" type="pres">
      <dgm:prSet presAssocID="{0AD14FA0-A7FD-457A-8C13-66B109D1F764}" presName="sibTrans" presStyleLbl="sibTrans1D1" presStyleIdx="6" presStyleCnt="7"/>
      <dgm:spPr/>
    </dgm:pt>
    <dgm:pt modelId="{0C81B957-0FA9-4DAB-B220-5C093A39637D}" type="pres">
      <dgm:prSet presAssocID="{0AD14FA0-A7FD-457A-8C13-66B109D1F764}" presName="connectorText" presStyleLbl="sibTrans1D1" presStyleIdx="6" presStyleCnt="7"/>
      <dgm:spPr/>
    </dgm:pt>
    <dgm:pt modelId="{FE9096C3-AD25-4793-BD0D-ACC1B0853362}" type="pres">
      <dgm:prSet presAssocID="{4875B582-ACF9-4CE5-96B1-7B708D0CCBFE}" presName="node" presStyleLbl="node1" presStyleIdx="7" presStyleCnt="8">
        <dgm:presLayoutVars>
          <dgm:bulletEnabled val="1"/>
        </dgm:presLayoutVars>
      </dgm:prSet>
      <dgm:spPr/>
    </dgm:pt>
  </dgm:ptLst>
  <dgm:cxnLst>
    <dgm:cxn modelId="{44356D02-D63F-466A-8ED1-BA57BD01CB86}" type="presOf" srcId="{7C96DFEB-36E8-43AF-B3E3-0B2AC2235C64}" destId="{1FBD69A0-32DC-4874-89B2-AFEA5B799131}" srcOrd="1" destOrd="0" presId="urn:microsoft.com/office/officeart/2016/7/layout/RepeatingBendingProcessNew"/>
    <dgm:cxn modelId="{6497B70F-0202-4735-8429-53D6A6C1E867}" type="presOf" srcId="{7C96DFEB-36E8-43AF-B3E3-0B2AC2235C64}" destId="{B48FBBFB-7DFA-4B84-9B20-4AE70D542836}" srcOrd="0" destOrd="0" presId="urn:microsoft.com/office/officeart/2016/7/layout/RepeatingBendingProcessNew"/>
    <dgm:cxn modelId="{135F6918-8E73-4D9A-9A72-696F82DD4650}" type="presOf" srcId="{0AD14FA0-A7FD-457A-8C13-66B109D1F764}" destId="{55642D21-9BDF-419F-A391-AC86646E4BF9}" srcOrd="0" destOrd="0" presId="urn:microsoft.com/office/officeart/2016/7/layout/RepeatingBendingProcessNew"/>
    <dgm:cxn modelId="{FB64E919-1C29-4EDD-B23F-B530C9C12161}" srcId="{59D0F14B-B2EF-4BAF-BD5B-B6A9743FCF2D}" destId="{20C27DBB-4F94-41A3-A464-B7898F97AFC1}" srcOrd="5" destOrd="0" parTransId="{3C827517-87C6-4643-902B-F1C2DB71F019}" sibTransId="{E9CE9969-2B5C-494E-9713-062CB49E583C}"/>
    <dgm:cxn modelId="{38866D1F-E362-4719-8BF1-679D486482C8}" type="presOf" srcId="{6D0BAC58-CCED-41A0-8E4F-C4C94135752F}" destId="{E63A9A3A-4F7F-4699-822C-05E1483E51B2}" srcOrd="0" destOrd="0" presId="urn:microsoft.com/office/officeart/2016/7/layout/RepeatingBendingProcessNew"/>
    <dgm:cxn modelId="{54B4E91F-0A5B-422C-9BEF-C467EB8D74E7}" type="presOf" srcId="{E9CE9969-2B5C-494E-9713-062CB49E583C}" destId="{F1640967-5ED1-48E8-AA71-68EE15A9E89D}" srcOrd="1" destOrd="0" presId="urn:microsoft.com/office/officeart/2016/7/layout/RepeatingBendingProcessNew"/>
    <dgm:cxn modelId="{C4BBCD25-2324-4A4B-96FC-6E949662EC38}" type="presOf" srcId="{A3BD9626-9926-4526-A28C-783CD650EDDA}" destId="{12FD0956-4C50-4A2D-95F5-886F0A685ACB}" srcOrd="0" destOrd="0" presId="urn:microsoft.com/office/officeart/2016/7/layout/RepeatingBendingProcessNew"/>
    <dgm:cxn modelId="{8B03E225-FF57-419B-B025-533CDB0D0B38}" type="presOf" srcId="{0AD14FA0-A7FD-457A-8C13-66B109D1F764}" destId="{0C81B957-0FA9-4DAB-B220-5C093A39637D}" srcOrd="1" destOrd="0" presId="urn:microsoft.com/office/officeart/2016/7/layout/RepeatingBendingProcessNew"/>
    <dgm:cxn modelId="{7212E725-885D-4795-8E3F-B6D8C0167ED0}" type="presOf" srcId="{E8AAE2D8-7CCC-400D-A8C1-540C001EBB83}" destId="{5C1C35A8-1E5D-48D9-93AF-BD04ABAE7AA1}" srcOrd="1" destOrd="0" presId="urn:microsoft.com/office/officeart/2016/7/layout/RepeatingBendingProcessNew"/>
    <dgm:cxn modelId="{1621512D-22B6-42A6-9DD2-F3BA91CAECC6}" type="presOf" srcId="{673A20BB-FBEC-48D0-AD79-4BA6D478006C}" destId="{2EC7CAAC-4DC3-4823-AF83-3A6735434523}" srcOrd="0" destOrd="0" presId="urn:microsoft.com/office/officeart/2016/7/layout/RepeatingBendingProcessNew"/>
    <dgm:cxn modelId="{CFF8BE2E-61C9-46C5-9281-40CBECA530C5}" type="presOf" srcId="{5E1F4BD4-CF59-4799-AE01-F50C959F323F}" destId="{151D2911-42EE-43ED-81AC-CFC9D9539B4B}" srcOrd="0" destOrd="0" presId="urn:microsoft.com/office/officeart/2016/7/layout/RepeatingBendingProcessNew"/>
    <dgm:cxn modelId="{746F3F32-C47C-4945-8248-43E28DA50017}" srcId="{59D0F14B-B2EF-4BAF-BD5B-B6A9743FCF2D}" destId="{673A20BB-FBEC-48D0-AD79-4BA6D478006C}" srcOrd="3" destOrd="0" parTransId="{7E6B1844-5EDB-4475-AC94-E23165A6EF16}" sibTransId="{A3BD9626-9926-4526-A28C-783CD650EDDA}"/>
    <dgm:cxn modelId="{BF15955B-CEB6-4730-A5E6-C3F0FAD09E7E}" type="presOf" srcId="{6D0BAC58-CCED-41A0-8E4F-C4C94135752F}" destId="{ED3A92A5-932A-45A8-A4C8-0414E19F09CF}" srcOrd="1" destOrd="0" presId="urn:microsoft.com/office/officeart/2016/7/layout/RepeatingBendingProcessNew"/>
    <dgm:cxn modelId="{0C142945-5152-4FED-83DC-C8DC3AAB4A48}" type="presOf" srcId="{20C27DBB-4F94-41A3-A464-B7898F97AFC1}" destId="{CBB3BD29-70C9-47DA-99CE-01C7B58E6AAF}" srcOrd="0" destOrd="0" presId="urn:microsoft.com/office/officeart/2016/7/layout/RepeatingBendingProcessNew"/>
    <dgm:cxn modelId="{9109F64A-FF26-447E-B657-E08CD32C3B22}" srcId="{59D0F14B-B2EF-4BAF-BD5B-B6A9743FCF2D}" destId="{6F56ECB9-0441-41FD-9675-3F21376A8ADF}" srcOrd="4" destOrd="0" parTransId="{6C17E001-24AB-415B-A921-B1F673615039}" sibTransId="{6D0BAC58-CCED-41A0-8E4F-C4C94135752F}"/>
    <dgm:cxn modelId="{3B078B6E-2F3E-4F48-AC99-82836F2B7436}" type="presOf" srcId="{E8AAE2D8-7CCC-400D-A8C1-540C001EBB83}" destId="{A6C5CCB4-A6B5-4BF7-91FD-B873A77BDAD3}" srcOrd="0" destOrd="0" presId="urn:microsoft.com/office/officeart/2016/7/layout/RepeatingBendingProcessNew"/>
    <dgm:cxn modelId="{1353FD74-8508-4045-BA85-3034BF2A035C}" type="presOf" srcId="{621C9DB1-2625-4C49-B2E9-7257780B6466}" destId="{8B18B5E8-62D9-4A7E-85A3-75C378B19104}" srcOrd="1" destOrd="0" presId="urn:microsoft.com/office/officeart/2016/7/layout/RepeatingBendingProcessNew"/>
    <dgm:cxn modelId="{5FF94E84-D8EC-4655-92BD-A501701FE770}" type="presOf" srcId="{E9CE9969-2B5C-494E-9713-062CB49E583C}" destId="{5B25CA3E-F861-4DC3-B1CA-F9463458B401}" srcOrd="0" destOrd="0" presId="urn:microsoft.com/office/officeart/2016/7/layout/RepeatingBendingProcessNew"/>
    <dgm:cxn modelId="{125D388C-75DF-4BA7-AEEA-BF1703B968EB}" type="presOf" srcId="{8B2DC971-4534-47F4-AF99-D9ABDEBE562B}" destId="{49B0405C-52C0-404E-B489-218F46ACEBB1}" srcOrd="0" destOrd="0" presId="urn:microsoft.com/office/officeart/2016/7/layout/RepeatingBendingProcessNew"/>
    <dgm:cxn modelId="{A6ED4491-90A6-49E2-9109-6E9EA8AABD54}" srcId="{59D0F14B-B2EF-4BAF-BD5B-B6A9743FCF2D}" destId="{5E1F4BD4-CF59-4799-AE01-F50C959F323F}" srcOrd="1" destOrd="0" parTransId="{64046D11-65CD-4C4C-88CF-6B0518120284}" sibTransId="{E8AAE2D8-7CCC-400D-A8C1-540C001EBB83}"/>
    <dgm:cxn modelId="{A5A66393-ECE8-463A-BDCA-2E84F2EC02E6}" srcId="{59D0F14B-B2EF-4BAF-BD5B-B6A9743FCF2D}" destId="{85E2AA9F-AA60-4214-8C26-07CE4BA6050F}" srcOrd="6" destOrd="0" parTransId="{E77A191A-4A11-4A8B-86E1-29C769E1BB60}" sibTransId="{0AD14FA0-A7FD-457A-8C13-66B109D1F764}"/>
    <dgm:cxn modelId="{3EF72C9F-E9EC-4A56-B3EF-33BAC215A4E7}" type="presOf" srcId="{85E2AA9F-AA60-4214-8C26-07CE4BA6050F}" destId="{14BDF79E-2948-47DB-A238-FF9799DD3AA2}" srcOrd="0" destOrd="0" presId="urn:microsoft.com/office/officeart/2016/7/layout/RepeatingBendingProcessNew"/>
    <dgm:cxn modelId="{2ED74AA9-E54E-480A-838F-8B537D140F72}" type="presOf" srcId="{A3BD9626-9926-4526-A28C-783CD650EDDA}" destId="{745D97EF-569A-44E6-86D0-89D0924F9930}" srcOrd="1" destOrd="0" presId="urn:microsoft.com/office/officeart/2016/7/layout/RepeatingBendingProcessNew"/>
    <dgm:cxn modelId="{AC9A7BBB-C5C5-408E-8A53-B12F69FF2157}" srcId="{59D0F14B-B2EF-4BAF-BD5B-B6A9743FCF2D}" destId="{4875B582-ACF9-4CE5-96B1-7B708D0CCBFE}" srcOrd="7" destOrd="0" parTransId="{68CD637A-132A-4E07-B096-5C11F207049F}" sibTransId="{12348A2D-AD92-4FCC-A410-815908BD6600}"/>
    <dgm:cxn modelId="{FA07D2BD-5975-43A8-B61B-AAD0B3DC5A3E}" type="presOf" srcId="{621C9DB1-2625-4C49-B2E9-7257780B6466}" destId="{5EC0CE31-2930-4879-8FEC-9F2AF999BAF3}" srcOrd="0" destOrd="0" presId="urn:microsoft.com/office/officeart/2016/7/layout/RepeatingBendingProcessNew"/>
    <dgm:cxn modelId="{B8B06BCB-2D43-4606-B8BA-D8B70292180B}" type="presOf" srcId="{6F56ECB9-0441-41FD-9675-3F21376A8ADF}" destId="{BC624BD4-9EC6-4843-8403-1276F8DD0B4E}" srcOrd="0" destOrd="0" presId="urn:microsoft.com/office/officeart/2016/7/layout/RepeatingBendingProcessNew"/>
    <dgm:cxn modelId="{741AEACB-536A-43D7-8415-316767A50512}" type="presOf" srcId="{5885C696-4847-400F-8341-EF1261D61AA0}" destId="{3F78A70A-D5D2-4383-A5B7-40FCEDBA1BCE}" srcOrd="0" destOrd="0" presId="urn:microsoft.com/office/officeart/2016/7/layout/RepeatingBendingProcessNew"/>
    <dgm:cxn modelId="{5F4144E1-5D6F-4BC9-8C85-882247D44081}" type="presOf" srcId="{59D0F14B-B2EF-4BAF-BD5B-B6A9743FCF2D}" destId="{9C43C590-65FF-4E4D-9CDA-A61CFE78BAB5}" srcOrd="0" destOrd="0" presId="urn:microsoft.com/office/officeart/2016/7/layout/RepeatingBendingProcessNew"/>
    <dgm:cxn modelId="{DD8DB7E4-CBC0-4228-A143-C207BD37EDEC}" srcId="{59D0F14B-B2EF-4BAF-BD5B-B6A9743FCF2D}" destId="{8B2DC971-4534-47F4-AF99-D9ABDEBE562B}" srcOrd="0" destOrd="0" parTransId="{41776514-3EDF-43FC-B67E-4D3221172A53}" sibTransId="{7C96DFEB-36E8-43AF-B3E3-0B2AC2235C64}"/>
    <dgm:cxn modelId="{5966C2E4-33B5-49E9-8F71-AC3429FBFE78}" srcId="{59D0F14B-B2EF-4BAF-BD5B-B6A9743FCF2D}" destId="{5885C696-4847-400F-8341-EF1261D61AA0}" srcOrd="2" destOrd="0" parTransId="{6231F2B6-9880-4913-9E93-C8D0D9B41359}" sibTransId="{621C9DB1-2625-4C49-B2E9-7257780B6466}"/>
    <dgm:cxn modelId="{91B02DED-341D-42D4-9EA7-C1C894D053B1}" type="presOf" srcId="{4875B582-ACF9-4CE5-96B1-7B708D0CCBFE}" destId="{FE9096C3-AD25-4793-BD0D-ACC1B0853362}" srcOrd="0" destOrd="0" presId="urn:microsoft.com/office/officeart/2016/7/layout/RepeatingBendingProcessNew"/>
    <dgm:cxn modelId="{D2AFA296-79ED-45C8-8719-F2764CDFF792}" type="presParOf" srcId="{9C43C590-65FF-4E4D-9CDA-A61CFE78BAB5}" destId="{49B0405C-52C0-404E-B489-218F46ACEBB1}" srcOrd="0" destOrd="0" presId="urn:microsoft.com/office/officeart/2016/7/layout/RepeatingBendingProcessNew"/>
    <dgm:cxn modelId="{DCFC7A9C-7F87-4137-82E7-17C21470DB25}" type="presParOf" srcId="{9C43C590-65FF-4E4D-9CDA-A61CFE78BAB5}" destId="{B48FBBFB-7DFA-4B84-9B20-4AE70D542836}" srcOrd="1" destOrd="0" presId="urn:microsoft.com/office/officeart/2016/7/layout/RepeatingBendingProcessNew"/>
    <dgm:cxn modelId="{32CBE611-33E0-4A94-A767-0FB73D1A17D9}" type="presParOf" srcId="{B48FBBFB-7DFA-4B84-9B20-4AE70D542836}" destId="{1FBD69A0-32DC-4874-89B2-AFEA5B799131}" srcOrd="0" destOrd="0" presId="urn:microsoft.com/office/officeart/2016/7/layout/RepeatingBendingProcessNew"/>
    <dgm:cxn modelId="{2F751027-A6C3-4669-A94F-E58998D63707}" type="presParOf" srcId="{9C43C590-65FF-4E4D-9CDA-A61CFE78BAB5}" destId="{151D2911-42EE-43ED-81AC-CFC9D9539B4B}" srcOrd="2" destOrd="0" presId="urn:microsoft.com/office/officeart/2016/7/layout/RepeatingBendingProcessNew"/>
    <dgm:cxn modelId="{4EBF4AC4-821B-41F4-9EC7-662C535561A5}" type="presParOf" srcId="{9C43C590-65FF-4E4D-9CDA-A61CFE78BAB5}" destId="{A6C5CCB4-A6B5-4BF7-91FD-B873A77BDAD3}" srcOrd="3" destOrd="0" presId="urn:microsoft.com/office/officeart/2016/7/layout/RepeatingBendingProcessNew"/>
    <dgm:cxn modelId="{FA0E8771-CAB3-41B7-BE84-828B0A8C4488}" type="presParOf" srcId="{A6C5CCB4-A6B5-4BF7-91FD-B873A77BDAD3}" destId="{5C1C35A8-1E5D-48D9-93AF-BD04ABAE7AA1}" srcOrd="0" destOrd="0" presId="urn:microsoft.com/office/officeart/2016/7/layout/RepeatingBendingProcessNew"/>
    <dgm:cxn modelId="{FBED7C17-A47B-42D2-9906-863CB2AC7449}" type="presParOf" srcId="{9C43C590-65FF-4E4D-9CDA-A61CFE78BAB5}" destId="{3F78A70A-D5D2-4383-A5B7-40FCEDBA1BCE}" srcOrd="4" destOrd="0" presId="urn:microsoft.com/office/officeart/2016/7/layout/RepeatingBendingProcessNew"/>
    <dgm:cxn modelId="{3F6BBB10-BA11-4581-AE85-7337468B2B09}" type="presParOf" srcId="{9C43C590-65FF-4E4D-9CDA-A61CFE78BAB5}" destId="{5EC0CE31-2930-4879-8FEC-9F2AF999BAF3}" srcOrd="5" destOrd="0" presId="urn:microsoft.com/office/officeart/2016/7/layout/RepeatingBendingProcessNew"/>
    <dgm:cxn modelId="{321F41DF-BEE7-4504-A1FF-B9D161942AFC}" type="presParOf" srcId="{5EC0CE31-2930-4879-8FEC-9F2AF999BAF3}" destId="{8B18B5E8-62D9-4A7E-85A3-75C378B19104}" srcOrd="0" destOrd="0" presId="urn:microsoft.com/office/officeart/2016/7/layout/RepeatingBendingProcessNew"/>
    <dgm:cxn modelId="{FCAFC0DE-F42B-4732-98F0-3183ABBF5DEE}" type="presParOf" srcId="{9C43C590-65FF-4E4D-9CDA-A61CFE78BAB5}" destId="{2EC7CAAC-4DC3-4823-AF83-3A6735434523}" srcOrd="6" destOrd="0" presId="urn:microsoft.com/office/officeart/2016/7/layout/RepeatingBendingProcessNew"/>
    <dgm:cxn modelId="{EF2D7C45-BE9C-46D6-972A-180606022D71}" type="presParOf" srcId="{9C43C590-65FF-4E4D-9CDA-A61CFE78BAB5}" destId="{12FD0956-4C50-4A2D-95F5-886F0A685ACB}" srcOrd="7" destOrd="0" presId="urn:microsoft.com/office/officeart/2016/7/layout/RepeatingBendingProcessNew"/>
    <dgm:cxn modelId="{C3172A48-3C13-47D8-B45D-CC221C02108E}" type="presParOf" srcId="{12FD0956-4C50-4A2D-95F5-886F0A685ACB}" destId="{745D97EF-569A-44E6-86D0-89D0924F9930}" srcOrd="0" destOrd="0" presId="urn:microsoft.com/office/officeart/2016/7/layout/RepeatingBendingProcessNew"/>
    <dgm:cxn modelId="{3802541B-929B-48F9-9DA2-88AFC6B553DE}" type="presParOf" srcId="{9C43C590-65FF-4E4D-9CDA-A61CFE78BAB5}" destId="{BC624BD4-9EC6-4843-8403-1276F8DD0B4E}" srcOrd="8" destOrd="0" presId="urn:microsoft.com/office/officeart/2016/7/layout/RepeatingBendingProcessNew"/>
    <dgm:cxn modelId="{6A5FB07B-C50E-473F-8DF2-D9DE3C0FB3AD}" type="presParOf" srcId="{9C43C590-65FF-4E4D-9CDA-A61CFE78BAB5}" destId="{E63A9A3A-4F7F-4699-822C-05E1483E51B2}" srcOrd="9" destOrd="0" presId="urn:microsoft.com/office/officeart/2016/7/layout/RepeatingBendingProcessNew"/>
    <dgm:cxn modelId="{AADFC040-B14E-4AEC-88F3-86E70F055ABF}" type="presParOf" srcId="{E63A9A3A-4F7F-4699-822C-05E1483E51B2}" destId="{ED3A92A5-932A-45A8-A4C8-0414E19F09CF}" srcOrd="0" destOrd="0" presId="urn:microsoft.com/office/officeart/2016/7/layout/RepeatingBendingProcessNew"/>
    <dgm:cxn modelId="{B2CE097B-55F5-4BB5-8820-D769CC5160FB}" type="presParOf" srcId="{9C43C590-65FF-4E4D-9CDA-A61CFE78BAB5}" destId="{CBB3BD29-70C9-47DA-99CE-01C7B58E6AAF}" srcOrd="10" destOrd="0" presId="urn:microsoft.com/office/officeart/2016/7/layout/RepeatingBendingProcessNew"/>
    <dgm:cxn modelId="{307FC749-E276-4664-9B7D-E7581B298579}" type="presParOf" srcId="{9C43C590-65FF-4E4D-9CDA-A61CFE78BAB5}" destId="{5B25CA3E-F861-4DC3-B1CA-F9463458B401}" srcOrd="11" destOrd="0" presId="urn:microsoft.com/office/officeart/2016/7/layout/RepeatingBendingProcessNew"/>
    <dgm:cxn modelId="{E40FF324-5440-402F-B285-DD0C1BE92D00}" type="presParOf" srcId="{5B25CA3E-F861-4DC3-B1CA-F9463458B401}" destId="{F1640967-5ED1-48E8-AA71-68EE15A9E89D}" srcOrd="0" destOrd="0" presId="urn:microsoft.com/office/officeart/2016/7/layout/RepeatingBendingProcessNew"/>
    <dgm:cxn modelId="{144782C0-F3B0-46DF-B2E4-2EBD6838FB57}" type="presParOf" srcId="{9C43C590-65FF-4E4D-9CDA-A61CFE78BAB5}" destId="{14BDF79E-2948-47DB-A238-FF9799DD3AA2}" srcOrd="12" destOrd="0" presId="urn:microsoft.com/office/officeart/2016/7/layout/RepeatingBendingProcessNew"/>
    <dgm:cxn modelId="{88101AAA-B937-44CB-9D7C-054CEA7A153C}" type="presParOf" srcId="{9C43C590-65FF-4E4D-9CDA-A61CFE78BAB5}" destId="{55642D21-9BDF-419F-A391-AC86646E4BF9}" srcOrd="13" destOrd="0" presId="urn:microsoft.com/office/officeart/2016/7/layout/RepeatingBendingProcessNew"/>
    <dgm:cxn modelId="{B2202F11-1325-48E0-AF3E-9986D15FC2D8}" type="presParOf" srcId="{55642D21-9BDF-419F-A391-AC86646E4BF9}" destId="{0C81B957-0FA9-4DAB-B220-5C093A39637D}" srcOrd="0" destOrd="0" presId="urn:microsoft.com/office/officeart/2016/7/layout/RepeatingBendingProcessNew"/>
    <dgm:cxn modelId="{34CCC203-453F-4AA8-93D2-1D01691FE013}" type="presParOf" srcId="{9C43C590-65FF-4E4D-9CDA-A61CFE78BAB5}" destId="{FE9096C3-AD25-4793-BD0D-ACC1B0853362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FBBFB-7DFA-4B84-9B20-4AE70D542836}">
      <dsp:nvSpPr>
        <dsp:cNvPr id="0" name=""/>
        <dsp:cNvSpPr/>
      </dsp:nvSpPr>
      <dsp:spPr>
        <a:xfrm>
          <a:off x="2329474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1127147"/>
        <a:ext cx="26784" cy="5356"/>
      </dsp:txXfrm>
    </dsp:sp>
    <dsp:sp modelId="{49B0405C-52C0-404E-B489-218F46ACEBB1}">
      <dsp:nvSpPr>
        <dsp:cNvPr id="0" name=""/>
        <dsp:cNvSpPr/>
      </dsp:nvSpPr>
      <dsp:spPr>
        <a:xfrm>
          <a:off x="2174" y="431095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Collection</a:t>
          </a:r>
        </a:p>
      </dsp:txBody>
      <dsp:txXfrm>
        <a:off x="2174" y="431095"/>
        <a:ext cx="2329100" cy="1397460"/>
      </dsp:txXfrm>
    </dsp:sp>
    <dsp:sp modelId="{A6C5CCB4-A6B5-4BF7-91FD-B873A77BDAD3}">
      <dsp:nvSpPr>
        <dsp:cNvPr id="0" name=""/>
        <dsp:cNvSpPr/>
      </dsp:nvSpPr>
      <dsp:spPr>
        <a:xfrm>
          <a:off x="5194267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1127147"/>
        <a:ext cx="26784" cy="5356"/>
      </dsp:txXfrm>
    </dsp:sp>
    <dsp:sp modelId="{151D2911-42EE-43ED-81AC-CFC9D9539B4B}">
      <dsp:nvSpPr>
        <dsp:cNvPr id="0" name=""/>
        <dsp:cNvSpPr/>
      </dsp:nvSpPr>
      <dsp:spPr>
        <a:xfrm>
          <a:off x="2866967" y="431095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Cleaning</a:t>
          </a:r>
        </a:p>
      </dsp:txBody>
      <dsp:txXfrm>
        <a:off x="2866967" y="431095"/>
        <a:ext cx="2329100" cy="1397460"/>
      </dsp:txXfrm>
    </dsp:sp>
    <dsp:sp modelId="{5EC0CE31-2930-4879-8FEC-9F2AF999BAF3}">
      <dsp:nvSpPr>
        <dsp:cNvPr id="0" name=""/>
        <dsp:cNvSpPr/>
      </dsp:nvSpPr>
      <dsp:spPr>
        <a:xfrm>
          <a:off x="8059061" y="10841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1127147"/>
        <a:ext cx="26784" cy="5356"/>
      </dsp:txXfrm>
    </dsp:sp>
    <dsp:sp modelId="{3F78A70A-D5D2-4383-A5B7-40FCEDBA1BCE}">
      <dsp:nvSpPr>
        <dsp:cNvPr id="0" name=""/>
        <dsp:cNvSpPr/>
      </dsp:nvSpPr>
      <dsp:spPr>
        <a:xfrm>
          <a:off x="5731761" y="431095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EDA</a:t>
          </a:r>
        </a:p>
      </dsp:txBody>
      <dsp:txXfrm>
        <a:off x="5731761" y="431095"/>
        <a:ext cx="2329100" cy="1397460"/>
      </dsp:txXfrm>
    </dsp:sp>
    <dsp:sp modelId="{12FD0956-4C50-4A2D-95F5-886F0A685ACB}">
      <dsp:nvSpPr>
        <dsp:cNvPr id="0" name=""/>
        <dsp:cNvSpPr/>
      </dsp:nvSpPr>
      <dsp:spPr>
        <a:xfrm>
          <a:off x="1166724" y="1826755"/>
          <a:ext cx="8594380" cy="505093"/>
        </a:xfrm>
        <a:custGeom>
          <a:avLst/>
          <a:gdLst/>
          <a:ahLst/>
          <a:cxnLst/>
          <a:rect l="0" t="0" r="0" b="0"/>
          <a:pathLst>
            <a:path>
              <a:moveTo>
                <a:pt x="8594380" y="0"/>
              </a:moveTo>
              <a:lnTo>
                <a:pt x="8594380" y="269646"/>
              </a:lnTo>
              <a:lnTo>
                <a:pt x="0" y="269646"/>
              </a:lnTo>
              <a:lnTo>
                <a:pt x="0" y="50509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8638" y="2076624"/>
        <a:ext cx="430552" cy="5356"/>
      </dsp:txXfrm>
    </dsp:sp>
    <dsp:sp modelId="{2EC7CAAC-4DC3-4823-AF83-3A6735434523}">
      <dsp:nvSpPr>
        <dsp:cNvPr id="0" name=""/>
        <dsp:cNvSpPr/>
      </dsp:nvSpPr>
      <dsp:spPr>
        <a:xfrm>
          <a:off x="8596554" y="431095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Feature Engineering</a:t>
          </a:r>
        </a:p>
      </dsp:txBody>
      <dsp:txXfrm>
        <a:off x="8596554" y="431095"/>
        <a:ext cx="2329100" cy="1397460"/>
      </dsp:txXfrm>
    </dsp:sp>
    <dsp:sp modelId="{E63A9A3A-4F7F-4699-822C-05E1483E51B2}">
      <dsp:nvSpPr>
        <dsp:cNvPr id="0" name=""/>
        <dsp:cNvSpPr/>
      </dsp:nvSpPr>
      <dsp:spPr>
        <a:xfrm>
          <a:off x="2329474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3060300"/>
        <a:ext cx="26784" cy="5356"/>
      </dsp:txXfrm>
    </dsp:sp>
    <dsp:sp modelId="{BC624BD4-9EC6-4843-8403-1276F8DD0B4E}">
      <dsp:nvSpPr>
        <dsp:cNvPr id="0" name=""/>
        <dsp:cNvSpPr/>
      </dsp:nvSpPr>
      <dsp:spPr>
        <a:xfrm>
          <a:off x="2174" y="2364249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 Development</a:t>
          </a:r>
        </a:p>
      </dsp:txBody>
      <dsp:txXfrm>
        <a:off x="2174" y="2364249"/>
        <a:ext cx="2329100" cy="1397460"/>
      </dsp:txXfrm>
    </dsp:sp>
    <dsp:sp modelId="{5B25CA3E-F861-4DC3-B1CA-F9463458B401}">
      <dsp:nvSpPr>
        <dsp:cNvPr id="0" name=""/>
        <dsp:cNvSpPr/>
      </dsp:nvSpPr>
      <dsp:spPr>
        <a:xfrm>
          <a:off x="5194267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3060300"/>
        <a:ext cx="26784" cy="5356"/>
      </dsp:txXfrm>
    </dsp:sp>
    <dsp:sp modelId="{CBB3BD29-70C9-47DA-99CE-01C7B58E6AAF}">
      <dsp:nvSpPr>
        <dsp:cNvPr id="0" name=""/>
        <dsp:cNvSpPr/>
      </dsp:nvSpPr>
      <dsp:spPr>
        <a:xfrm>
          <a:off x="2866967" y="2364249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 Evaluation</a:t>
          </a:r>
        </a:p>
      </dsp:txBody>
      <dsp:txXfrm>
        <a:off x="2866967" y="2364249"/>
        <a:ext cx="2329100" cy="1397460"/>
      </dsp:txXfrm>
    </dsp:sp>
    <dsp:sp modelId="{55642D21-9BDF-419F-A391-AC86646E4BF9}">
      <dsp:nvSpPr>
        <dsp:cNvPr id="0" name=""/>
        <dsp:cNvSpPr/>
      </dsp:nvSpPr>
      <dsp:spPr>
        <a:xfrm>
          <a:off x="8059061" y="30172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3060300"/>
        <a:ext cx="26784" cy="5356"/>
      </dsp:txXfrm>
    </dsp:sp>
    <dsp:sp modelId="{14BDF79E-2948-47DB-A238-FF9799DD3AA2}">
      <dsp:nvSpPr>
        <dsp:cNvPr id="0" name=""/>
        <dsp:cNvSpPr/>
      </dsp:nvSpPr>
      <dsp:spPr>
        <a:xfrm>
          <a:off x="5731761" y="2364249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Feature Importance</a:t>
          </a:r>
        </a:p>
      </dsp:txBody>
      <dsp:txXfrm>
        <a:off x="5731761" y="2364249"/>
        <a:ext cx="2329100" cy="1397460"/>
      </dsp:txXfrm>
    </dsp:sp>
    <dsp:sp modelId="{FE9096C3-AD25-4793-BD0D-ACC1B0853362}">
      <dsp:nvSpPr>
        <dsp:cNvPr id="0" name=""/>
        <dsp:cNvSpPr/>
      </dsp:nvSpPr>
      <dsp:spPr>
        <a:xfrm>
          <a:off x="8596554" y="2364249"/>
          <a:ext cx="2329100" cy="139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Business Insights</a:t>
          </a:r>
        </a:p>
      </dsp:txBody>
      <dsp:txXfrm>
        <a:off x="8596554" y="2364249"/>
        <a:ext cx="2329100" cy="1397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31DE6-C9F6-4113-B5C2-5CC22D6D4528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B17EA-AA7E-4EE3-A1B6-AA16022CE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5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B17EA-AA7E-4EE3-A1B6-AA16022CE7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2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FCD9-73E7-372B-22E1-B92F29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840BC-54E9-CF41-D2D4-698C2393F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9E17-F41C-98A3-9333-5E3EFEE6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79FA-A0B4-41ED-9230-4B8E2D71FD2D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4B69-F965-A45F-51B3-F373E165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51F49-C92A-60B2-FC4B-8B3FD9C9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0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DCA6-4991-3F78-9500-85746E1D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29A2-7803-5DD2-C3BF-B69DA2BC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F767-A056-83CA-464D-F070089E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A6D1-F9B1-442D-86FE-145050ED7DB0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AD36-2C35-C8D2-97B6-C30F7C07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4520-ADFF-281A-5C0B-BA4808D8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2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0C09-4295-3FC5-49E6-032C0BAD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4E219-3AEE-BC7A-A98C-FD6737F5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C2A9-263E-9ADE-CD17-C65E4F97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C19F-5676-4FFF-A024-45E6CDD4D35E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871A8-764C-37B8-256B-9A4491F7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9294-BA59-BB2F-0307-20CA7581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FDB7-AB27-7D24-622E-4DDD5CB1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D2EF-85EC-0D9C-1461-26A0984F7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02697-A6A5-8C2A-DC1A-CFBE0F506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0114-9D81-1E81-2AD9-73D1A11A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8F1E-BB09-476D-B620-651BE95C2B49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4BA0F-B0C0-F43A-855B-6B5DC4B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7B84E-6543-DC7C-8AD0-455CE7A3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1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868-27C7-8315-8C7F-1C671A8E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C61D4-3E63-D92E-40BC-BCF361AE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7FBF6-6D2B-74E8-4591-0A4A461A4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34FFA-8DC3-BA97-B29D-3C696411A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8AE2C-DCB4-84FC-20B9-9B437392C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8B779-4A5D-B924-1B8A-8C0F8559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42E7-2BA5-490D-A062-E4ABDD4F6F54}" type="datetime1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A1356-0DAA-AD1F-759B-7A3D55D3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19084-B886-EA64-91C9-0C25EC2A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9C0B-5D4A-6AE6-8573-7E7DB792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E939-BD52-A51D-00F9-E8988EF4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15D68-5B83-4B01-A43E-F645AD7D37DF}" type="datetime1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B7DE7-4D4F-606A-60C4-E20CA6E5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BA9A4-DB36-8920-84C0-372695BB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23804-D584-E0BF-2F9D-E9CD03F7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AFE19-A543-4375-8D10-D0F876A27C2C}" type="datetime1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3A9315-EBB1-0206-09DB-C961D772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E0511-BAF9-B8F0-C6A3-447099C9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8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3128-4A7B-DC4E-6228-793FD70D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E5F4-381E-E665-AF28-440917F1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F0A39-0608-BE76-F5AD-EDB773282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D0193-210F-E2E6-CF75-C87D3047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F84D-6819-43AC-BE33-F605633E5AB5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D5B9E-FAF4-3176-3709-C66CB769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054F5-327F-4426-1602-ED0FECCF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3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3CA6-7A8D-773C-531A-D29A2587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F9650-8E98-6785-10FC-14AF9994A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CFFF5-E450-89F2-D410-AC77D0EBE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5A56A-A4EE-D3E7-6EA3-531C40E4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9AF-1BF0-4C17-9A3E-CE1751F26F0B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AABE7-27FE-8A53-8281-F220D325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99D4-D452-4F3B-AEEA-0A9D80F6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0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4D8-A8A1-248B-6E8F-20E6FDD8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FBDB3-3B46-A2DB-F240-0325635C1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C755A-609C-DCD3-96CE-71FD2A37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10D-D0C6-4FE6-A8FF-5999139E1A1F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63A5-5832-3640-4A79-584B06AC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9AAED-A909-0F5C-B3D0-D3E128AB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8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D2DF7-BF58-AF96-E1C7-A32AD96DE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612DD-A03F-07DA-A822-6E7A69E26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73A2-D090-3166-3F26-C5020D66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B80C-9FC9-4677-9586-51CB8A6A69BB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8323-81E3-4F4F-7158-3163CBB5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4BC7-1BDE-0663-BE05-FE37627C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9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4D41B-D9BC-C31C-7449-2F7609D1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DBB8F-8A67-7CB9-00CF-E16973BD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283F6-9224-8188-76B7-F4DDDD6DD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028FF-D45D-4938-BEF8-743E75613B9E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9FC8-45DB-E665-662D-D3DDD63E5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2152D-0FE5-8ABE-D6B7-713DB730F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858E-9A62-A1A5-52ED-30E96126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304" y="2742557"/>
            <a:ext cx="5925989" cy="1936272"/>
          </a:xfrm>
        </p:spPr>
        <p:txBody>
          <a:bodyPr anchor="b">
            <a:noAutofit/>
          </a:bodyPr>
          <a:lstStyle/>
          <a:p>
            <a:r>
              <a:rPr lang="en-US" sz="2400" dirty="0"/>
              <a:t>Maryi Tatiana Palacios Giraldo</a:t>
            </a:r>
            <a:br>
              <a:rPr lang="en-US" sz="2400" dirty="0"/>
            </a:br>
            <a:br>
              <a:rPr lang="en-US" sz="2400" dirty="0"/>
            </a:br>
            <a:r>
              <a:rPr lang="en-US" sz="1800" dirty="0"/>
              <a:t>Master of Science in Data Science</a:t>
            </a:r>
            <a:br>
              <a:rPr lang="en-US" sz="1800" dirty="0"/>
            </a:br>
            <a:r>
              <a:rPr lang="en-US" sz="1800" dirty="0"/>
              <a:t>Regis University</a:t>
            </a:r>
            <a:br>
              <a:rPr lang="en-US" sz="1800" dirty="0"/>
            </a:br>
            <a:r>
              <a:rPr lang="en-US" sz="1800" dirty="0"/>
              <a:t>MSDS 692 Practicum I</a:t>
            </a:r>
            <a:br>
              <a:rPr lang="en-US" sz="1800" dirty="0"/>
            </a:br>
            <a:r>
              <a:rPr lang="en-US" sz="1800" dirty="0"/>
              <a:t>June 2026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C3176-38BF-7FD2-2023-5260A8178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769" y="1813844"/>
            <a:ext cx="10335061" cy="1312657"/>
          </a:xfrm>
        </p:spPr>
        <p:txBody>
          <a:bodyPr anchor="t">
            <a:normAutofit/>
          </a:bodyPr>
          <a:lstStyle/>
          <a:p>
            <a:r>
              <a:rPr lang="en-US" sz="3200" dirty="0"/>
              <a:t>Predicting Profitability in Logistics Operations Using ML</a:t>
            </a:r>
          </a:p>
        </p:txBody>
      </p:sp>
      <p:pic>
        <p:nvPicPr>
          <p:cNvPr id="4" name="Picture 3" descr="Regis University MediaSpace">
            <a:extLst>
              <a:ext uri="{FF2B5EF4-FFF2-40B4-BE49-F238E27FC236}">
                <a16:creationId xmlns:a16="http://schemas.microsoft.com/office/drawing/2014/main" id="{EAE84378-59D5-601C-AB1E-6879C63A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4" y="254457"/>
            <a:ext cx="2621772" cy="2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5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2E55-B339-295B-48C1-63ED1D3F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6DF21-29EF-D332-3DBA-0F3F05780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Gallagher Transport International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Customs brokerage and freight logistics company. </a:t>
            </a:r>
          </a:p>
          <a:p>
            <a:r>
              <a:rPr lang="en-US" dirty="0"/>
              <a:t>Manages international shipments by air, ocean, and ground transportation.</a:t>
            </a:r>
          </a:p>
          <a:p>
            <a:r>
              <a:rPr lang="en-US" dirty="0"/>
              <a:t>Specializes in commercial and household goods imports.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B5FC-3294-4BD3-6BB7-256F3E3D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 descr="International Import Export Cargo Transportation Services, Mode of ...">
            <a:extLst>
              <a:ext uri="{FF2B5EF4-FFF2-40B4-BE49-F238E27FC236}">
                <a16:creationId xmlns:a16="http://schemas.microsoft.com/office/drawing/2014/main" id="{D4A39CC6-4822-6D29-3E67-93A741B91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157" y="1954234"/>
            <a:ext cx="4044643" cy="2693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0659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E93B-4465-70B6-064B-0EC4C898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9F5D-D3EA-A71C-FC64-469A21F5C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 and compare machine learning models to predict shipment profitability and identify the operational factors that influence profitable shipments.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A46B2-788C-6D49-EBEA-E6A70497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485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75C2-8908-72B9-F820-8518DA5C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580B-DD02-25FA-BCCF-7A80F767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8,270 shipment records </a:t>
            </a:r>
          </a:p>
          <a:p>
            <a:r>
              <a:rPr lang="en-US" dirty="0"/>
              <a:t>49 features </a:t>
            </a:r>
          </a:p>
          <a:p>
            <a:r>
              <a:rPr lang="en-US" dirty="0"/>
              <a:t>Data extracted from </a:t>
            </a:r>
            <a:r>
              <a:rPr lang="en-US" dirty="0" err="1"/>
              <a:t>CargoWise</a:t>
            </a:r>
            <a:r>
              <a:rPr lang="en-US" dirty="0"/>
              <a:t> system</a:t>
            </a:r>
          </a:p>
          <a:p>
            <a:r>
              <a:rPr lang="en-US" dirty="0"/>
              <a:t>Study period: Dec 2025 – May 2026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Data Categories: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Transportation: Mode, Transport Type, Origin Port, Destination Port </a:t>
            </a:r>
          </a:p>
          <a:p>
            <a:r>
              <a:rPr lang="en-US" dirty="0"/>
              <a:t>Financial: Revenue, Cost, Total Expense, Job Profit </a:t>
            </a:r>
          </a:p>
          <a:p>
            <a:r>
              <a:rPr lang="en-US" dirty="0"/>
              <a:t>Time Variables: ETD, ETA, ATA, Job Opened </a:t>
            </a:r>
          </a:p>
          <a:p>
            <a:r>
              <a:rPr lang="en-US" dirty="0"/>
              <a:t>Operational: Weight, Volume, Packs </a:t>
            </a:r>
          </a:p>
          <a:p>
            <a:r>
              <a:rPr lang="en-US" dirty="0"/>
              <a:t>Business Information: Suppliers, Importers, Clients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AF4E-D83B-4165-3B20-0ADCC8C0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Cargowise">
            <a:extLst>
              <a:ext uri="{FF2B5EF4-FFF2-40B4-BE49-F238E27FC236}">
                <a16:creationId xmlns:a16="http://schemas.microsoft.com/office/drawing/2014/main" id="{8B85C069-C00A-0058-4BE1-B4B0E462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681037"/>
            <a:ext cx="57150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55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1F5FF-076F-D8A2-CA0C-C0F68E34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B5DF-4803-66A9-9FCB-A44C15A1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C219BB99-F321-EFAE-2354-A302C75CB9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508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8478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45437-577E-0249-5CD1-B2926477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C5EDD-A7E9-A007-1992-20C056C05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/>
              <a:t>Removed canceled and incomplete records. </a:t>
            </a:r>
          </a:p>
          <a:p>
            <a:r>
              <a:rPr lang="en-US" sz="2000"/>
              <a:t>Handled missing values and inconsistent entries. </a:t>
            </a:r>
          </a:p>
          <a:p>
            <a:r>
              <a:rPr lang="en-US" sz="2000"/>
              <a:t>Converted date fields and standardized data types. </a:t>
            </a:r>
          </a:p>
          <a:p>
            <a:r>
              <a:rPr lang="en-US" sz="2000"/>
              <a:t>Created the target variable (Profit_Flag). Prepared the dataset for analysis and modeling.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5CEB9-5DD9-C832-D2C7-20DC67F0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E93D50-55AD-7A1E-E4D8-2DA214ED2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43845"/>
              </p:ext>
            </p:extLst>
          </p:nvPr>
        </p:nvGraphicFramePr>
        <p:xfrm>
          <a:off x="6656982" y="3057992"/>
          <a:ext cx="4158117" cy="24528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5283">
                  <a:extLst>
                    <a:ext uri="{9D8B030D-6E8A-4147-A177-3AD203B41FA5}">
                      <a16:colId xmlns:a16="http://schemas.microsoft.com/office/drawing/2014/main" val="2866795472"/>
                    </a:ext>
                  </a:extLst>
                </a:gridCol>
                <a:gridCol w="986232">
                  <a:extLst>
                    <a:ext uri="{9D8B030D-6E8A-4147-A177-3AD203B41FA5}">
                      <a16:colId xmlns:a16="http://schemas.microsoft.com/office/drawing/2014/main" val="3050882568"/>
                    </a:ext>
                  </a:extLst>
                </a:gridCol>
                <a:gridCol w="1646602">
                  <a:extLst>
                    <a:ext uri="{9D8B030D-6E8A-4147-A177-3AD203B41FA5}">
                      <a16:colId xmlns:a16="http://schemas.microsoft.com/office/drawing/2014/main" val="2201071057"/>
                    </a:ext>
                  </a:extLst>
                </a:gridCol>
              </a:tblGrid>
              <a:tr h="542517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Dataset Summary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146609"/>
                  </a:ext>
                </a:extLst>
              </a:tr>
              <a:tr h="495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Stage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Records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Variables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extLst>
                  <a:ext uri="{0D108BD9-81ED-4DB2-BD59-A6C34878D82A}">
                    <a16:rowId xmlns:a16="http://schemas.microsoft.com/office/drawing/2014/main" val="3268075783"/>
                  </a:ext>
                </a:extLst>
              </a:tr>
              <a:tr h="495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Raw Data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8,270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extLst>
                  <a:ext uri="{0D108BD9-81ED-4DB2-BD59-A6C34878D82A}">
                    <a16:rowId xmlns:a16="http://schemas.microsoft.com/office/drawing/2014/main" val="2325552387"/>
                  </a:ext>
                </a:extLst>
              </a:tr>
              <a:tr h="919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Final Dataset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7,653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41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37" marR="15437" marT="15437" marB="0" anchor="ctr"/>
                </a:tc>
                <a:extLst>
                  <a:ext uri="{0D108BD9-81ED-4DB2-BD59-A6C34878D82A}">
                    <a16:rowId xmlns:a16="http://schemas.microsoft.com/office/drawing/2014/main" val="1057154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27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6ECB-5740-9AFF-B304-8360DDC0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77" y="271266"/>
            <a:ext cx="4438337" cy="1325563"/>
          </a:xfrm>
        </p:spPr>
        <p:txBody>
          <a:bodyPr/>
          <a:lstStyle/>
          <a:p>
            <a:r>
              <a:rPr lang="en-US" dirty="0"/>
              <a:t>EDA: Shipment </a:t>
            </a:r>
            <a:br>
              <a:rPr lang="en-US" dirty="0"/>
            </a:br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0B1E-F324-565F-4700-45B2A0068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918" y="1596829"/>
            <a:ext cx="4646551" cy="2176749"/>
          </a:xfrm>
        </p:spPr>
        <p:txBody>
          <a:bodyPr>
            <a:normAutofit/>
          </a:bodyPr>
          <a:lstStyle/>
          <a:p>
            <a:r>
              <a:rPr lang="en-US" sz="2000" dirty="0"/>
              <a:t>December recorded the highest shipment activity. </a:t>
            </a:r>
          </a:p>
          <a:p>
            <a:r>
              <a:rPr lang="en-US" sz="2000" dirty="0"/>
              <a:t>Sea shipments accounted for the largest share of declarations. </a:t>
            </a:r>
          </a:p>
          <a:p>
            <a:r>
              <a:rPr lang="en-US" sz="2000" dirty="0"/>
              <a:t>DEN and PDX handled the highest shipment volumes.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2904-C092-2F8D-2D54-93D72A8F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C6F1E-E401-0750-D2AF-33A7DEED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732" y="113552"/>
            <a:ext cx="5448075" cy="331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9FD1F7-EE12-F318-E58D-BB81BF5D4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32" y="3500549"/>
            <a:ext cx="5866151" cy="3243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8A40B6-82AB-6F38-A2FE-8226584E7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63" y="3664139"/>
            <a:ext cx="4779814" cy="308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6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4558-A8B2-1316-C06E-C7558F37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73" y="167278"/>
            <a:ext cx="10515600" cy="1325563"/>
          </a:xfrm>
        </p:spPr>
        <p:txBody>
          <a:bodyPr/>
          <a:lstStyle/>
          <a:p>
            <a:r>
              <a:rPr lang="en-US" dirty="0"/>
              <a:t>Profitability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2A69-0061-09D1-A145-EFE7492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75" y="1492841"/>
            <a:ext cx="5714225" cy="18361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December was the most profitable month. </a:t>
            </a:r>
          </a:p>
          <a:p>
            <a:r>
              <a:rPr lang="en-US" dirty="0"/>
              <a:t>Denver generated the highest overall profitability. </a:t>
            </a:r>
          </a:p>
          <a:p>
            <a:r>
              <a:rPr lang="en-US" dirty="0"/>
              <a:t>Higher revenue did not necessarily translate into higher profit.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50E29-520A-B352-2B4A-3C39495B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BE4A4-1E5E-F904-41E2-929487E4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955" y="371229"/>
            <a:ext cx="5298872" cy="32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35225-9EC5-BF53-3BCC-A9A363486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955" y="3338389"/>
            <a:ext cx="5382237" cy="3279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853524-77B2-3C53-8DC1-26051B27E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8" y="3533536"/>
            <a:ext cx="5298872" cy="32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0931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373FC-1022-CEBE-BBB3-C5BD3332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Engineering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D34D71-6BF2-FB1D-9F72-7B0F4855A944}"/>
              </a:ext>
            </a:extLst>
          </p:cNvPr>
          <p:cNvSpPr txBox="1"/>
          <p:nvPr/>
        </p:nvSpPr>
        <p:spPr>
          <a:xfrm>
            <a:off x="761802" y="2321476"/>
            <a:ext cx="4864875" cy="385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Features were engineered to capture seasonality, operational efficiency, and shipment characteristics before model training.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7CA6F-F094-D8BA-C290-1854B548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DF9366-835D-2B04-0B1C-E3F9EC486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333022"/>
              </p:ext>
            </p:extLst>
          </p:nvPr>
        </p:nvGraphicFramePr>
        <p:xfrm>
          <a:off x="6343650" y="2810676"/>
          <a:ext cx="5178207" cy="28290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7624">
                  <a:extLst>
                    <a:ext uri="{9D8B030D-6E8A-4147-A177-3AD203B41FA5}">
                      <a16:colId xmlns:a16="http://schemas.microsoft.com/office/drawing/2014/main" val="1667932172"/>
                    </a:ext>
                  </a:extLst>
                </a:gridCol>
                <a:gridCol w="3510583">
                  <a:extLst>
                    <a:ext uri="{9D8B030D-6E8A-4147-A177-3AD203B41FA5}">
                      <a16:colId xmlns:a16="http://schemas.microsoft.com/office/drawing/2014/main" val="680192543"/>
                    </a:ext>
                  </a:extLst>
                </a:gridCol>
              </a:tblGrid>
              <a:tr h="6296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US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Features Created</a:t>
                      </a:r>
                      <a:endParaRPr lang="en-US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296705"/>
                  </a:ext>
                </a:extLst>
              </a:tr>
              <a:tr h="6296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Temporal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Month, Quarter, Weekday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extLst>
                  <a:ext uri="{0D108BD9-81ED-4DB2-BD59-A6C34878D82A}">
                    <a16:rowId xmlns:a16="http://schemas.microsoft.com/office/drawing/2014/main" val="2621687569"/>
                  </a:ext>
                </a:extLst>
              </a:tr>
              <a:tr h="940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Operational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Transit Time, Total Process Time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extLst>
                  <a:ext uri="{0D108BD9-81ED-4DB2-BD59-A6C34878D82A}">
                    <a16:rowId xmlns:a16="http://schemas.microsoft.com/office/drawing/2014/main" val="3913874437"/>
                  </a:ext>
                </a:extLst>
              </a:tr>
              <a:tr h="6296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Shipment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Weight-to-Volume Ratio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2933" marR="13857" marT="133026" marB="133026" anchor="ctr"/>
                </a:tc>
                <a:extLst>
                  <a:ext uri="{0D108BD9-81ED-4DB2-BD59-A6C34878D82A}">
                    <a16:rowId xmlns:a16="http://schemas.microsoft.com/office/drawing/2014/main" val="322400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93262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352C-36FF-7CEF-3452-20811E72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B0EC-CE6B-CAD7-7BD0-CBF218A7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5" y="1825625"/>
            <a:ext cx="10919085" cy="4351338"/>
          </a:xfrm>
        </p:spPr>
        <p:txBody>
          <a:bodyPr/>
          <a:lstStyle/>
          <a:p>
            <a:r>
              <a:rPr lang="en-US" dirty="0"/>
              <a:t>Strong class imbalance could bias the model toward predicting profitable shipments.</a:t>
            </a:r>
          </a:p>
          <a:p>
            <a:r>
              <a:rPr lang="en-US" dirty="0"/>
              <a:t>SMOTE was applied only to the training dataset, while the test dataset retained its original distribution to ensure unbiased model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C2945-DEE1-1CCB-956C-70D2D429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9FFDD9-A87E-5804-DCD3-606457F3E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151585"/>
              </p:ext>
            </p:extLst>
          </p:nvPr>
        </p:nvGraphicFramePr>
        <p:xfrm>
          <a:off x="2591215" y="4488175"/>
          <a:ext cx="6019385" cy="15078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1710">
                  <a:extLst>
                    <a:ext uri="{9D8B030D-6E8A-4147-A177-3AD203B41FA5}">
                      <a16:colId xmlns:a16="http://schemas.microsoft.com/office/drawing/2014/main" val="1172893509"/>
                    </a:ext>
                  </a:extLst>
                </a:gridCol>
                <a:gridCol w="2148823">
                  <a:extLst>
                    <a:ext uri="{9D8B030D-6E8A-4147-A177-3AD203B41FA5}">
                      <a16:colId xmlns:a16="http://schemas.microsoft.com/office/drawing/2014/main" val="1605459219"/>
                    </a:ext>
                  </a:extLst>
                </a:gridCol>
                <a:gridCol w="1728852">
                  <a:extLst>
                    <a:ext uri="{9D8B030D-6E8A-4147-A177-3AD203B41FA5}">
                      <a16:colId xmlns:a16="http://schemas.microsoft.com/office/drawing/2014/main" val="1777988911"/>
                    </a:ext>
                  </a:extLst>
                </a:gridCol>
              </a:tblGrid>
              <a:tr h="430825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Class Distribution Before and After SMOTE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0362"/>
                  </a:ext>
                </a:extLst>
              </a:tr>
              <a:tr h="3590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Training Dataset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Not Profitable (0)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Profitable (1)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901090"/>
                  </a:ext>
                </a:extLst>
              </a:tr>
              <a:tr h="3590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Before SMOTE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737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5,371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4787792"/>
                  </a:ext>
                </a:extLst>
              </a:tr>
              <a:tr h="3590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After SMOTE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5,371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5,371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4996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46891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D6A35-76D4-7B76-A792-F450E337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413" y="583621"/>
            <a:ext cx="9160475" cy="1132258"/>
          </a:xfrm>
        </p:spPr>
        <p:txBody>
          <a:bodyPr anchor="ctr">
            <a:normAutofit/>
          </a:bodyPr>
          <a:lstStyle/>
          <a:p>
            <a:r>
              <a:rPr lang="en-US" dirty="0"/>
              <a:t>Baseline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58AD-D8F2-1A4C-CDB9-5877F36F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832CF1-F084-4E22-4638-8BB4A7CBC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496796"/>
              </p:ext>
            </p:extLst>
          </p:nvPr>
        </p:nvGraphicFramePr>
        <p:xfrm>
          <a:off x="5631305" y="2704235"/>
          <a:ext cx="5844820" cy="971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8992">
                  <a:extLst>
                    <a:ext uri="{9D8B030D-6E8A-4147-A177-3AD203B41FA5}">
                      <a16:colId xmlns:a16="http://schemas.microsoft.com/office/drawing/2014/main" val="2737095901"/>
                    </a:ext>
                  </a:extLst>
                </a:gridCol>
                <a:gridCol w="1915953">
                  <a:extLst>
                    <a:ext uri="{9D8B030D-6E8A-4147-A177-3AD203B41FA5}">
                      <a16:colId xmlns:a16="http://schemas.microsoft.com/office/drawing/2014/main" val="1639729364"/>
                    </a:ext>
                  </a:extLst>
                </a:gridCol>
                <a:gridCol w="2109875">
                  <a:extLst>
                    <a:ext uri="{9D8B030D-6E8A-4147-A177-3AD203B41FA5}">
                      <a16:colId xmlns:a16="http://schemas.microsoft.com/office/drawing/2014/main" val="3030865701"/>
                    </a:ext>
                  </a:extLst>
                </a:gridCol>
              </a:tblGrid>
              <a:tr h="485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Model</a:t>
                      </a:r>
                    </a:p>
                  </a:txBody>
                  <a:tcPr marL="167640" marR="167640" marT="83820" marB="8382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Accuracy</a:t>
                      </a:r>
                    </a:p>
                  </a:txBody>
                  <a:tcPr marL="167640" marR="167640" marT="83820" marB="8382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ROC-AUC</a:t>
                      </a:r>
                    </a:p>
                  </a:txBody>
                  <a:tcPr marL="167640" marR="167640" marT="83820" marB="8382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44660"/>
                  </a:ext>
                </a:extLst>
              </a:tr>
              <a:tr h="485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Baseline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87.95%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0.50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2768551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97B1D8-8614-8611-EADC-143464AEFEB7}"/>
              </a:ext>
            </a:extLst>
          </p:cNvPr>
          <p:cNvSpPr txBox="1"/>
          <p:nvPr/>
        </p:nvSpPr>
        <p:spPr>
          <a:xfrm>
            <a:off x="609600" y="2459504"/>
            <a:ext cx="47418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Serves as a minimum benchmark for evaluating machine learning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Always predicts the majority class.</a:t>
            </a:r>
          </a:p>
        </p:txBody>
      </p:sp>
    </p:spTree>
    <p:extLst>
      <p:ext uri="{BB962C8B-B14F-4D97-AF65-F5344CB8AC3E}">
        <p14:creationId xmlns:p14="http://schemas.microsoft.com/office/powerpoint/2010/main" val="26881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05C0-30B5-5B8A-BF4A-CF0370A2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950C0-39F8-6F42-1DF8-6207CCC3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0D537-6210-D061-DD43-B81E97742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33" y="3835855"/>
            <a:ext cx="4959417" cy="302214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F0C849-A332-BD05-E17D-1F850FE3F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49744"/>
              </p:ext>
            </p:extLst>
          </p:nvPr>
        </p:nvGraphicFramePr>
        <p:xfrm>
          <a:off x="2427188" y="1491578"/>
          <a:ext cx="7337624" cy="22077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9748">
                  <a:extLst>
                    <a:ext uri="{9D8B030D-6E8A-4147-A177-3AD203B41FA5}">
                      <a16:colId xmlns:a16="http://schemas.microsoft.com/office/drawing/2014/main" val="410552593"/>
                    </a:ext>
                  </a:extLst>
                </a:gridCol>
                <a:gridCol w="1147064">
                  <a:extLst>
                    <a:ext uri="{9D8B030D-6E8A-4147-A177-3AD203B41FA5}">
                      <a16:colId xmlns:a16="http://schemas.microsoft.com/office/drawing/2014/main" val="1571108047"/>
                    </a:ext>
                  </a:extLst>
                </a:gridCol>
                <a:gridCol w="1180140">
                  <a:extLst>
                    <a:ext uri="{9D8B030D-6E8A-4147-A177-3AD203B41FA5}">
                      <a16:colId xmlns:a16="http://schemas.microsoft.com/office/drawing/2014/main" val="3460312118"/>
                    </a:ext>
                  </a:extLst>
                </a:gridCol>
                <a:gridCol w="874416">
                  <a:extLst>
                    <a:ext uri="{9D8B030D-6E8A-4147-A177-3AD203B41FA5}">
                      <a16:colId xmlns:a16="http://schemas.microsoft.com/office/drawing/2014/main" val="3987991597"/>
                    </a:ext>
                  </a:extLst>
                </a:gridCol>
                <a:gridCol w="682339">
                  <a:extLst>
                    <a:ext uri="{9D8B030D-6E8A-4147-A177-3AD203B41FA5}">
                      <a16:colId xmlns:a16="http://schemas.microsoft.com/office/drawing/2014/main" val="2527186910"/>
                    </a:ext>
                  </a:extLst>
                </a:gridCol>
                <a:gridCol w="1253917">
                  <a:extLst>
                    <a:ext uri="{9D8B030D-6E8A-4147-A177-3AD203B41FA5}">
                      <a16:colId xmlns:a16="http://schemas.microsoft.com/office/drawing/2014/main" val="3483851522"/>
                    </a:ext>
                  </a:extLst>
                </a:gridCol>
              </a:tblGrid>
              <a:tr h="669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Precision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Recall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ROC-AUC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872115"/>
                  </a:ext>
                </a:extLst>
              </a:tr>
              <a:tr h="393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414640"/>
                  </a:ext>
                </a:extLst>
              </a:tr>
              <a:tr h="40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33730"/>
                  </a:ext>
                </a:extLst>
              </a:tr>
              <a:tr h="37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481300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22928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F27E38-1F0D-98A7-EB72-ADC3AFB19C24}"/>
              </a:ext>
            </a:extLst>
          </p:cNvPr>
          <p:cNvSpPr txBox="1">
            <a:spLocks/>
          </p:cNvSpPr>
          <p:nvPr/>
        </p:nvSpPr>
        <p:spPr>
          <a:xfrm>
            <a:off x="5557229" y="4523967"/>
            <a:ext cx="6379938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Baseline showed high accuracy due to class imbalance but lacked predictive capability. </a:t>
            </a:r>
          </a:p>
          <a:p>
            <a:r>
              <a:rPr lang="en-US" sz="2000" dirty="0"/>
              <a:t>Logistic Regression underperformed because profitability depends on complex feature interactions. </a:t>
            </a:r>
          </a:p>
          <a:p>
            <a:r>
              <a:rPr lang="en-US" sz="2000" dirty="0" err="1"/>
              <a:t>XGBoost</a:t>
            </a:r>
            <a:r>
              <a:rPr lang="en-US" sz="2000" dirty="0"/>
              <a:t> achieved the highest precision. </a:t>
            </a:r>
          </a:p>
          <a:p>
            <a:r>
              <a:rPr lang="en-US" sz="2000" dirty="0"/>
              <a:t>Random Forest provided the best overall balance across evaluation metrics.</a:t>
            </a:r>
          </a:p>
        </p:txBody>
      </p:sp>
    </p:spTree>
    <p:extLst>
      <p:ext uri="{BB962C8B-B14F-4D97-AF65-F5344CB8AC3E}">
        <p14:creationId xmlns:p14="http://schemas.microsoft.com/office/powerpoint/2010/main" val="316020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2D31-27BE-6C9D-E4A5-DA19267B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selected :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886B2-63C3-7910-BD0F-B7212A3C6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104619" cy="2853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Random Forest was selected as the final model because it achieved the best overall predictive performance while maintaining strong generalization and model interpretability.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Highest Accuracy (91.9%) </a:t>
            </a:r>
          </a:p>
          <a:p>
            <a:r>
              <a:rPr lang="en-US" sz="2400" dirty="0"/>
              <a:t>Highest F1-Score (0.955) </a:t>
            </a:r>
          </a:p>
          <a:p>
            <a:r>
              <a:rPr lang="en-US" sz="2400" dirty="0"/>
              <a:t>Highest ROC-AUC (0.907) </a:t>
            </a:r>
          </a:p>
          <a:p>
            <a:r>
              <a:rPr lang="en-US" sz="2400" dirty="0"/>
              <a:t>Strong Generalization to unseen data </a:t>
            </a:r>
          </a:p>
          <a:p>
            <a:r>
              <a:rPr lang="en-US" sz="2400" dirty="0"/>
              <a:t>Interpretable through Feature Importance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029C-F0C0-D12E-57C1-98FF179B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2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4FA8-BF98-83C4-3A57-955BBCF7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F3F30-9F05-9A98-E1B6-1104F66D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66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Optimization Method: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GridSearchCV</a:t>
            </a:r>
            <a:r>
              <a:rPr lang="en-US" dirty="0"/>
              <a:t> with 5-fold cross-validation </a:t>
            </a:r>
          </a:p>
          <a:p>
            <a:r>
              <a:rPr lang="en-US" dirty="0"/>
              <a:t>Training performed on the SMOTE-balanced dataset </a:t>
            </a:r>
          </a:p>
          <a:p>
            <a:r>
              <a:rPr lang="en-US" dirty="0"/>
              <a:t>Performance optimized using the F1-score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63784-8093-BA67-E4B8-D47649F1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9E9308-B60E-4C34-2BFB-EC6CA84A2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372780"/>
              </p:ext>
            </p:extLst>
          </p:nvPr>
        </p:nvGraphicFramePr>
        <p:xfrm>
          <a:off x="4001928" y="4375150"/>
          <a:ext cx="4188143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06460">
                  <a:extLst>
                    <a:ext uri="{9D8B030D-6E8A-4147-A177-3AD203B41FA5}">
                      <a16:colId xmlns:a16="http://schemas.microsoft.com/office/drawing/2014/main" val="1032390670"/>
                    </a:ext>
                  </a:extLst>
                </a:gridCol>
                <a:gridCol w="981683">
                  <a:extLst>
                    <a:ext uri="{9D8B030D-6E8A-4147-A177-3AD203B41FA5}">
                      <a16:colId xmlns:a16="http://schemas.microsoft.com/office/drawing/2014/main" val="91012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Parameter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Value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5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Number of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39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Maximum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428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Minimum Samples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27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Minimum Samples 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389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50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3F2C-F717-3442-D2BB-BC1A40EE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BC3A4-1A1F-80FA-997D-65A057F45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The model correctly classified most profitable shipments while improving the identification of non-profitable shipments after SMOTE-balanced training.</a:t>
            </a:r>
          </a:p>
          <a:p>
            <a:r>
              <a:rPr lang="en-US" sz="2000" dirty="0"/>
              <a:t>Evaluation on the original test dataset provides an unbiased estimate of real-world model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C4216-F790-A75C-9A22-AD366A90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805" y="741391"/>
            <a:ext cx="6261080" cy="53845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C63C9-DDA2-CA6C-BEC9-A22421C0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4751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A9DE-A0CD-3477-FC72-250EF010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50" y="-297142"/>
            <a:ext cx="5569077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296A5-6C3E-1397-5000-B14C3E88B14F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Month and Quarter were the strongest predictors.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Invoice complexity strongly influenced profitability.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Shipment characteristics were also relevant.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Profitability depends on a combination of seasonal, operational, and shipment related factors.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EB3BB6-F1D5-E26B-F944-632B2B70A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7672" y="1484905"/>
            <a:ext cx="6389346" cy="3897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59BB-EE2B-5066-2AC7-4C73D828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20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98B4-581F-64DF-87ED-5291B9DD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41288-EF44-623F-2B8D-D4AE30566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61"/>
            <a:ext cx="9729865" cy="4164287"/>
          </a:xfrm>
        </p:spPr>
        <p:txBody>
          <a:bodyPr>
            <a:normAutofit/>
          </a:bodyPr>
          <a:lstStyle/>
          <a:p>
            <a:r>
              <a:rPr lang="en-US" sz="2400" dirty="0"/>
              <a:t>December was the most profitable month, while sea shipments and the Denver branch led operational performance. </a:t>
            </a:r>
          </a:p>
          <a:p>
            <a:r>
              <a:rPr lang="en-US" sz="2400" dirty="0"/>
              <a:t>SMOTE improved class balance, and Random Forest achieved the best overall performance.</a:t>
            </a:r>
          </a:p>
          <a:p>
            <a:r>
              <a:rPr lang="en-US" sz="2400" dirty="0"/>
              <a:t>Seasonality and shipment complexity were the strongest profitability predictors. </a:t>
            </a:r>
          </a:p>
          <a:p>
            <a:r>
              <a:rPr lang="en-US" sz="2400" dirty="0"/>
              <a:t>The model supports proactive shipment planning and data-driven decision-making.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D8EBE-7066-5617-55B6-5238C2FC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7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CE4E-D551-242F-6C9A-85311A94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7B211A86-1538-7319-7F24-8FE2E9C6B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FB5B-F5F5-508A-EF2E-A3788CD5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1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719</Words>
  <Application>Microsoft Office PowerPoint</Application>
  <PresentationFormat>Widescreen</PresentationFormat>
  <Paragraphs>178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Aptos Narrow</vt:lpstr>
      <vt:lpstr>Arial</vt:lpstr>
      <vt:lpstr>Office Theme</vt:lpstr>
      <vt:lpstr>Maryi Tatiana Palacios Giraldo  Master of Science in Data Science Regis University MSDS 692 Practicum I June 2026 </vt:lpstr>
      <vt:lpstr>Context</vt:lpstr>
      <vt:lpstr>Objective</vt:lpstr>
      <vt:lpstr>Data Understanding</vt:lpstr>
      <vt:lpstr>Methodology</vt:lpstr>
      <vt:lpstr>Data Preparation</vt:lpstr>
      <vt:lpstr>EDA: Shipment  Characteristics</vt:lpstr>
      <vt:lpstr>Profitability Analysis</vt:lpstr>
      <vt:lpstr>Feature Engineering</vt:lpstr>
      <vt:lpstr>SMOTE</vt:lpstr>
      <vt:lpstr>Baseline Model</vt:lpstr>
      <vt:lpstr>Model Comparison</vt:lpstr>
      <vt:lpstr>Model selected : Random Forest</vt:lpstr>
      <vt:lpstr>Random Forest Optimization</vt:lpstr>
      <vt:lpstr>Confusion Matrix</vt:lpstr>
      <vt:lpstr>Feature importance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palacios</dc:creator>
  <cp:lastModifiedBy>tatiana palacios</cp:lastModifiedBy>
  <cp:revision>1</cp:revision>
  <dcterms:created xsi:type="dcterms:W3CDTF">2026-06-22T22:58:11Z</dcterms:created>
  <dcterms:modified xsi:type="dcterms:W3CDTF">2026-06-27T20:06:04Z</dcterms:modified>
</cp:coreProperties>
</file>